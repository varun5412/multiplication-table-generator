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60" r:id="rId6"/>
    <p:sldId id="261" r:id="rId7"/>
    <p:sldId id="262" r:id="rId8"/>
    <p:sldId id="263" r:id="rId9"/>
    <p:sldId id="264" r:id="rId10"/>
    <p:sldId id="265" r:id="rId11"/>
    <p:sldId id="266" r:id="rId12"/>
    <p:sldId id="268" r:id="rId13"/>
    <p:sldId id="2689" r:id="rId14"/>
    <p:sldId id="259" r:id="rId15"/>
  </p:sldIdLst>
  <p:sldSz cx="9902825"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pos="3119" userDrawn="1">
          <p15:clr>
            <a:srgbClr val="A4A3A4"/>
          </p15:clr>
        </p15:guide>
        <p15:guide id="2" orient="horz" pos="216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alupritamsingh1805@gmail.com" initials="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81" d="100"/>
          <a:sy n="81" d="100"/>
        </p:scale>
        <p:origin x="1306" y="53"/>
      </p:cViewPr>
      <p:guideLst>
        <p:guide pos="3119"/>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commentAuthors" Target="commentAuthors.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1pPr>
            <a:lvl2pPr marR="0" lvl="1" algn="l" rtl="0">
              <a:spcBef>
                <a:spcPts val="0"/>
              </a:spcBef>
              <a:spcAft>
                <a:spcPts val="0"/>
              </a:spcAft>
              <a:buSzPts val="1400"/>
              <a:buNone/>
              <a:defRPr sz="18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2pPr>
            <a:lvl3pPr marR="0" lvl="2" algn="l" rtl="0">
              <a:spcBef>
                <a:spcPts val="0"/>
              </a:spcBef>
              <a:spcAft>
                <a:spcPts val="0"/>
              </a:spcAft>
              <a:buSzPts val="1400"/>
              <a:buNone/>
              <a:defRPr sz="18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3pPr>
            <a:lvl4pPr marR="0" lvl="3" algn="l" rtl="0">
              <a:spcBef>
                <a:spcPts val="0"/>
              </a:spcBef>
              <a:spcAft>
                <a:spcPts val="0"/>
              </a:spcAft>
              <a:buSzPts val="1400"/>
              <a:buNone/>
              <a:defRPr sz="18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4pPr>
            <a:lvl5pPr marR="0" lvl="4" algn="l" rtl="0">
              <a:spcBef>
                <a:spcPts val="0"/>
              </a:spcBef>
              <a:spcAft>
                <a:spcPts val="0"/>
              </a:spcAft>
              <a:buSzPts val="1400"/>
              <a:buNone/>
              <a:defRPr sz="18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5pPr>
            <a:lvl6pPr marR="0" lvl="5" algn="l" rtl="0">
              <a:spcBef>
                <a:spcPts val="0"/>
              </a:spcBef>
              <a:spcAft>
                <a:spcPts val="0"/>
              </a:spcAft>
              <a:buSzPts val="1400"/>
              <a:buNone/>
              <a:defRPr sz="18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6pPr>
            <a:lvl7pPr marR="0" lvl="6" algn="l" rtl="0">
              <a:spcBef>
                <a:spcPts val="0"/>
              </a:spcBef>
              <a:spcAft>
                <a:spcPts val="0"/>
              </a:spcAft>
              <a:buSzPts val="1400"/>
              <a:buNone/>
              <a:defRPr sz="18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7pPr>
            <a:lvl8pPr marR="0" lvl="7" algn="l" rtl="0">
              <a:spcBef>
                <a:spcPts val="0"/>
              </a:spcBef>
              <a:spcAft>
                <a:spcPts val="0"/>
              </a:spcAft>
              <a:buSzPts val="1400"/>
              <a:buNone/>
              <a:defRPr sz="18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8pPr>
            <a:lvl9pPr marR="0" lvl="8" algn="l" rtl="0">
              <a:spcBef>
                <a:spcPts val="0"/>
              </a:spcBef>
              <a:spcAft>
                <a:spcPts val="0"/>
              </a:spcAft>
              <a:buSzPts val="1400"/>
              <a:buNone/>
              <a:defRPr sz="18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1pPr>
            <a:lvl2pPr marR="0" lvl="1" algn="l" rtl="0">
              <a:spcBef>
                <a:spcPts val="0"/>
              </a:spcBef>
              <a:spcAft>
                <a:spcPts val="0"/>
              </a:spcAft>
              <a:buSzPts val="1400"/>
              <a:buNone/>
              <a:defRPr sz="18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2pPr>
            <a:lvl3pPr marR="0" lvl="2" algn="l" rtl="0">
              <a:spcBef>
                <a:spcPts val="0"/>
              </a:spcBef>
              <a:spcAft>
                <a:spcPts val="0"/>
              </a:spcAft>
              <a:buSzPts val="1400"/>
              <a:buNone/>
              <a:defRPr sz="18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3pPr>
            <a:lvl4pPr marR="0" lvl="3" algn="l" rtl="0">
              <a:spcBef>
                <a:spcPts val="0"/>
              </a:spcBef>
              <a:spcAft>
                <a:spcPts val="0"/>
              </a:spcAft>
              <a:buSzPts val="1400"/>
              <a:buNone/>
              <a:defRPr sz="18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4pPr>
            <a:lvl5pPr marR="0" lvl="4" algn="l" rtl="0">
              <a:spcBef>
                <a:spcPts val="0"/>
              </a:spcBef>
              <a:spcAft>
                <a:spcPts val="0"/>
              </a:spcAft>
              <a:buSzPts val="1400"/>
              <a:buNone/>
              <a:defRPr sz="18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5pPr>
            <a:lvl6pPr marR="0" lvl="5" algn="l" rtl="0">
              <a:spcBef>
                <a:spcPts val="0"/>
              </a:spcBef>
              <a:spcAft>
                <a:spcPts val="0"/>
              </a:spcAft>
              <a:buSzPts val="1400"/>
              <a:buNone/>
              <a:defRPr sz="18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6pPr>
            <a:lvl7pPr marR="0" lvl="6" algn="l" rtl="0">
              <a:spcBef>
                <a:spcPts val="0"/>
              </a:spcBef>
              <a:spcAft>
                <a:spcPts val="0"/>
              </a:spcAft>
              <a:buSzPts val="1400"/>
              <a:buNone/>
              <a:defRPr sz="18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7pPr>
            <a:lvl8pPr marR="0" lvl="7" algn="l" rtl="0">
              <a:spcBef>
                <a:spcPts val="0"/>
              </a:spcBef>
              <a:spcAft>
                <a:spcPts val="0"/>
              </a:spcAft>
              <a:buSzPts val="1400"/>
              <a:buNone/>
              <a:defRPr sz="18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8pPr>
            <a:lvl9pPr marR="0" lvl="8" algn="l" rtl="0">
              <a:spcBef>
                <a:spcPts val="0"/>
              </a:spcBef>
              <a:spcAft>
                <a:spcPts val="0"/>
              </a:spcAft>
              <a:buSzPts val="1400"/>
              <a:buNone/>
              <a:defRPr sz="18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9pPr>
          </a:lstStyle>
          <a:p/>
        </p:txBody>
      </p:sp>
      <p:sp>
        <p:nvSpPr>
          <p:cNvPr id="5" name="Google Shape;5;n"/>
          <p:cNvSpPr>
            <a:spLocks noGrp="1" noRot="1" noChangeAspect="1"/>
          </p:cNvSpPr>
          <p:nvPr>
            <p:ph type="sldImg" idx="3"/>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1pPr>
            <a:lvl2pPr marL="914400" marR="0" lvl="1" indent="-228600" algn="l" rtl="0">
              <a:spcBef>
                <a:spcPts val="0"/>
              </a:spcBef>
              <a:spcAft>
                <a:spcPts val="0"/>
              </a:spcAft>
              <a:buSzPts val="1400"/>
              <a:buNone/>
              <a:defRPr sz="12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2pPr>
            <a:lvl3pPr marL="1371600" marR="0" lvl="2" indent="-228600" algn="l" rtl="0">
              <a:spcBef>
                <a:spcPts val="0"/>
              </a:spcBef>
              <a:spcAft>
                <a:spcPts val="0"/>
              </a:spcAft>
              <a:buSzPts val="1400"/>
              <a:buNone/>
              <a:defRPr sz="12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3pPr>
            <a:lvl4pPr marL="1828800" marR="0" lvl="3" indent="-228600" algn="l" rtl="0">
              <a:spcBef>
                <a:spcPts val="0"/>
              </a:spcBef>
              <a:spcAft>
                <a:spcPts val="0"/>
              </a:spcAft>
              <a:buSzPts val="1400"/>
              <a:buNone/>
              <a:defRPr sz="12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4pPr>
            <a:lvl5pPr marL="2286000" marR="0" lvl="4" indent="-228600" algn="l" rtl="0">
              <a:spcBef>
                <a:spcPts val="0"/>
              </a:spcBef>
              <a:spcAft>
                <a:spcPts val="0"/>
              </a:spcAft>
              <a:buSzPts val="1400"/>
              <a:buNone/>
              <a:defRPr sz="12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5pPr>
            <a:lvl6pPr marL="2743200" marR="0" lvl="5" indent="-228600" algn="l" rtl="0">
              <a:spcBef>
                <a:spcPts val="0"/>
              </a:spcBef>
              <a:spcAft>
                <a:spcPts val="0"/>
              </a:spcAft>
              <a:buSzPts val="1400"/>
              <a:buNone/>
              <a:defRPr sz="12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6pPr>
            <a:lvl7pPr marL="3200400" marR="0" lvl="6" indent="-228600" algn="l" rtl="0">
              <a:spcBef>
                <a:spcPts val="0"/>
              </a:spcBef>
              <a:spcAft>
                <a:spcPts val="0"/>
              </a:spcAft>
              <a:buSzPts val="1400"/>
              <a:buNone/>
              <a:defRPr sz="12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7pPr>
            <a:lvl8pPr marL="3657600" marR="0" lvl="7" indent="-228600" algn="l" rtl="0">
              <a:spcBef>
                <a:spcPts val="0"/>
              </a:spcBef>
              <a:spcAft>
                <a:spcPts val="0"/>
              </a:spcAft>
              <a:buSzPts val="1400"/>
              <a:buNone/>
              <a:defRPr sz="12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8pPr>
            <a:lvl9pPr marL="4114800" marR="0" lvl="8" indent="-228600" algn="l" rtl="0">
              <a:spcBef>
                <a:spcPts val="0"/>
              </a:spcBef>
              <a:spcAft>
                <a:spcPts val="0"/>
              </a:spcAft>
              <a:buSzPts val="1400"/>
              <a:buNone/>
              <a:defRPr sz="12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1pPr>
            <a:lvl2pPr marR="0" lvl="1" algn="l" rtl="0">
              <a:spcBef>
                <a:spcPts val="0"/>
              </a:spcBef>
              <a:spcAft>
                <a:spcPts val="0"/>
              </a:spcAft>
              <a:buSzPts val="1400"/>
              <a:buNone/>
              <a:defRPr sz="18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2pPr>
            <a:lvl3pPr marR="0" lvl="2" algn="l" rtl="0">
              <a:spcBef>
                <a:spcPts val="0"/>
              </a:spcBef>
              <a:spcAft>
                <a:spcPts val="0"/>
              </a:spcAft>
              <a:buSzPts val="1400"/>
              <a:buNone/>
              <a:defRPr sz="18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3pPr>
            <a:lvl4pPr marR="0" lvl="3" algn="l" rtl="0">
              <a:spcBef>
                <a:spcPts val="0"/>
              </a:spcBef>
              <a:spcAft>
                <a:spcPts val="0"/>
              </a:spcAft>
              <a:buSzPts val="1400"/>
              <a:buNone/>
              <a:defRPr sz="18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4pPr>
            <a:lvl5pPr marR="0" lvl="4" algn="l" rtl="0">
              <a:spcBef>
                <a:spcPts val="0"/>
              </a:spcBef>
              <a:spcAft>
                <a:spcPts val="0"/>
              </a:spcAft>
              <a:buSzPts val="1400"/>
              <a:buNone/>
              <a:defRPr sz="18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5pPr>
            <a:lvl6pPr marR="0" lvl="5" algn="l" rtl="0">
              <a:spcBef>
                <a:spcPts val="0"/>
              </a:spcBef>
              <a:spcAft>
                <a:spcPts val="0"/>
              </a:spcAft>
              <a:buSzPts val="1400"/>
              <a:buNone/>
              <a:defRPr sz="18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6pPr>
            <a:lvl7pPr marR="0" lvl="6" algn="l" rtl="0">
              <a:spcBef>
                <a:spcPts val="0"/>
              </a:spcBef>
              <a:spcAft>
                <a:spcPts val="0"/>
              </a:spcAft>
              <a:buSzPts val="1400"/>
              <a:buNone/>
              <a:defRPr sz="18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7pPr>
            <a:lvl8pPr marR="0" lvl="7" algn="l" rtl="0">
              <a:spcBef>
                <a:spcPts val="0"/>
              </a:spcBef>
              <a:spcAft>
                <a:spcPts val="0"/>
              </a:spcAft>
              <a:buSzPts val="1400"/>
              <a:buNone/>
              <a:defRPr sz="18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8pPr>
            <a:lvl9pPr marR="0" lvl="8" algn="l" rtl="0">
              <a:spcBef>
                <a:spcPts val="0"/>
              </a:spcBef>
              <a:spcAft>
                <a:spcPts val="0"/>
              </a:spcAft>
              <a:buSzPts val="1400"/>
              <a:buNone/>
              <a:defRPr sz="18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rPr>
            </a:fld>
            <a:endParaRPr sz="1200" b="0" i="0" u="none" strike="noStrike" cap="none">
              <a:solidFill>
                <a:schemeClr val="dk1"/>
              </a:solidFill>
              <a:latin typeface="Malgun Gothic" panose="020B0503020000020004" charset="-127"/>
              <a:ea typeface="Malgun Gothic" panose="020B0503020000020004" charset="-127"/>
              <a:cs typeface="Malgun Gothic" panose="020B0503020000020004" charset="-127"/>
              <a:sym typeface="Malgun Gothic" panose="020B0503020000020004" charset="-127"/>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8"/>
        <p:cNvGrpSpPr/>
        <p:nvPr/>
      </p:nvGrpSpPr>
      <p:grpSpPr>
        <a:xfrm>
          <a:off x="0" y="0"/>
          <a:ext cx="0" cy="0"/>
          <a:chOff x="0" y="0"/>
          <a:chExt cx="0" cy="0"/>
        </a:xfrm>
      </p:grpSpPr>
      <p:sp>
        <p:nvSpPr>
          <p:cNvPr id="79" name="Google Shape;79;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0" name="Google Shape;80;p1: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6" name="Google Shape;86;p2: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6" name="Google Shape;86;p2: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6" name="Google Shape;86;p2: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6" name="Google Shape;86;p2: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6" name="Google Shape;86;p2: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6" name="Google Shape;86;p2: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6" name="Google Shape;86;p2: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6" name="Google Shape;86;p2: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6" name="Google Shape;86;p2: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2"/>
        <p:cNvGrpSpPr/>
        <p:nvPr/>
      </p:nvGrpSpPr>
      <p:grpSpPr>
        <a:xfrm>
          <a:off x="0" y="0"/>
          <a:ext cx="0" cy="0"/>
          <a:chOff x="0" y="0"/>
          <a:chExt cx="0" cy="0"/>
        </a:xfrm>
      </p:grpSpPr>
      <p:sp>
        <p:nvSpPr>
          <p:cNvPr id="113" name="Google Shape;113;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4" name="Google Shape;114;p4: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Front Cover">
  <p:cSld name="Front Cover">
    <p:bg>
      <p:bgPr>
        <a:solidFill>
          <a:srgbClr val="F2F2F2"/>
        </a:solidFill>
        <a:effectLst/>
      </p:bgPr>
    </p:bg>
    <p:spTree>
      <p:nvGrpSpPr>
        <p:cNvPr id="1" name="Shape 10"/>
        <p:cNvGrpSpPr/>
        <p:nvPr/>
      </p:nvGrpSpPr>
      <p:grpSpPr>
        <a:xfrm>
          <a:off x="0" y="0"/>
          <a:ext cx="0" cy="0"/>
          <a:chOff x="0" y="0"/>
          <a:chExt cx="0" cy="0"/>
        </a:xfrm>
      </p:grpSpPr>
      <p:pic>
        <p:nvPicPr>
          <p:cNvPr id="11" name="Google Shape;11;p6"/>
          <p:cNvPicPr preferRelativeResize="0"/>
          <p:nvPr/>
        </p:nvPicPr>
        <p:blipFill rotWithShape="1">
          <a:blip r:embed="rId2"/>
          <a:srcRect/>
          <a:stretch>
            <a:fillRect/>
          </a:stretch>
        </p:blipFill>
        <p:spPr>
          <a:xfrm>
            <a:off x="0" y="0"/>
            <a:ext cx="9902825" cy="6858000"/>
          </a:xfrm>
          <a:prstGeom prst="rect">
            <a:avLst/>
          </a:prstGeom>
          <a:noFill/>
          <a:ln>
            <a:noFill/>
          </a:ln>
        </p:spPr>
      </p:pic>
      <p:sp>
        <p:nvSpPr>
          <p:cNvPr id="12" name="Google Shape;12;p6"/>
          <p:cNvSpPr/>
          <p:nvPr/>
        </p:nvSpPr>
        <p:spPr>
          <a:xfrm>
            <a:off x="449468" y="450000"/>
            <a:ext cx="1282022" cy="198000"/>
          </a:xfrm>
          <a:custGeom>
            <a:avLst/>
            <a:gdLst/>
            <a:ahLst/>
            <a:cxnLst/>
            <a:rect l="l" t="t" r="r" b="b"/>
            <a:pathLst>
              <a:path w="2179" h="334" extrusionOk="0">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Clr>
                <a:schemeClr val="dk1"/>
              </a:buClr>
              <a:buSzPts val="1959"/>
              <a:buFont typeface="Arial" panose="020B0604020202020204"/>
              <a:buNone/>
            </a:pPr>
            <a:endParaRPr sz="196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13" name="Google Shape;13;p6"/>
          <p:cNvPicPr preferRelativeResize="0"/>
          <p:nvPr/>
        </p:nvPicPr>
        <p:blipFill rotWithShape="1">
          <a:blip r:embed="rId3"/>
          <a:srcRect/>
          <a:stretch>
            <a:fillRect/>
          </a:stretch>
        </p:blipFill>
        <p:spPr>
          <a:xfrm>
            <a:off x="4265631" y="6141164"/>
            <a:ext cx="1371564" cy="450000"/>
          </a:xfrm>
          <a:prstGeom prst="rect">
            <a:avLst/>
          </a:prstGeom>
          <a:noFill/>
          <a:ln>
            <a:noFill/>
          </a:ln>
        </p:spPr>
      </p:pic>
      <p:sp>
        <p:nvSpPr>
          <p:cNvPr id="14" name="Google Shape;14;p6"/>
          <p:cNvSpPr/>
          <p:nvPr/>
        </p:nvSpPr>
        <p:spPr>
          <a:xfrm>
            <a:off x="990000" y="4320000"/>
            <a:ext cx="5832526" cy="36933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400" b="0" i="0" u="none" strike="noStrike" cap="none">
                <a:solidFill>
                  <a:srgbClr val="1428A0"/>
                </a:solidFill>
                <a:latin typeface="Arial" panose="020B0604020202020204"/>
                <a:ea typeface="Arial" panose="020B0604020202020204"/>
                <a:cs typeface="Arial" panose="020B0604020202020204"/>
                <a:sym typeface="Arial" panose="020B0604020202020204"/>
              </a:rPr>
              <a:t>Coding and Programming Course</a:t>
            </a:r>
            <a:endParaRPr sz="2400" b="0" i="0" u="none" strike="noStrike" cap="none">
              <a:solidFill>
                <a:srgbClr val="1428A0"/>
              </a:solidFill>
              <a:latin typeface="Arial" panose="020B0604020202020204"/>
              <a:ea typeface="Arial" panose="020B0604020202020204"/>
              <a:cs typeface="Arial" panose="020B0604020202020204"/>
              <a:sym typeface="Arial" panose="020B0604020202020204"/>
            </a:endParaRPr>
          </a:p>
        </p:txBody>
      </p:sp>
      <p:sp>
        <p:nvSpPr>
          <p:cNvPr id="15" name="Google Shape;15;p6"/>
          <p:cNvSpPr/>
          <p:nvPr/>
        </p:nvSpPr>
        <p:spPr>
          <a:xfrm>
            <a:off x="724689" y="4320000"/>
            <a:ext cx="54000" cy="360000"/>
          </a:xfrm>
          <a:prstGeom prst="rect">
            <a:avLst/>
          </a:prstGeom>
          <a:solidFill>
            <a:srgbClr val="1428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16" name="Google Shape;16;p6"/>
          <p:cNvSpPr txBox="1">
            <a:spLocks noGrp="1"/>
          </p:cNvSpPr>
          <p:nvPr>
            <p:ph type="body" idx="1"/>
          </p:nvPr>
        </p:nvSpPr>
        <p:spPr>
          <a:xfrm>
            <a:off x="720000" y="3551768"/>
            <a:ext cx="6837808" cy="27699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7F7F7F"/>
              </a:buClr>
              <a:buSzPts val="1800"/>
              <a:buFont typeface="Arial" panose="020B0604020202020204"/>
              <a:buNone/>
              <a:defRPr sz="1800" b="0" i="0" u="none" strike="noStrike" cap="none">
                <a:solidFill>
                  <a:srgbClr val="7F7F7F"/>
                </a:solidFill>
                <a:latin typeface="Arial" panose="020B0604020202020204"/>
                <a:ea typeface="Arial" panose="020B0604020202020204"/>
                <a:cs typeface="Arial" panose="020B0604020202020204"/>
                <a:sym typeface="Arial" panose="020B0604020202020204"/>
              </a:defRPr>
            </a:lvl1pPr>
            <a:lvl2pPr marL="914400" marR="0" lvl="1" indent="-381000" algn="l" rtl="0">
              <a:lnSpc>
                <a:spcPct val="90000"/>
              </a:lnSpc>
              <a:spcBef>
                <a:spcPts val="500"/>
              </a:spcBef>
              <a:spcAft>
                <a:spcPts val="0"/>
              </a:spcAft>
              <a:buClr>
                <a:schemeClr val="dk1"/>
              </a:buClr>
              <a:buSzPts val="2399"/>
              <a:buFont typeface="Arial" panose="020B0604020202020204"/>
              <a:buChar char="•"/>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90000"/>
              </a:lnSpc>
              <a:spcBef>
                <a:spcPts val="500"/>
              </a:spcBef>
              <a:spcAft>
                <a:spcPts val="0"/>
              </a:spcAft>
              <a:buClr>
                <a:schemeClr val="dk1"/>
              </a:buClr>
              <a:buSzPts val="1999"/>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42900" algn="l" rtl="0">
              <a:lnSpc>
                <a:spcPct val="90000"/>
              </a:lnSpc>
              <a:spcBef>
                <a:spcPts val="500"/>
              </a:spcBef>
              <a:spcAft>
                <a:spcPts val="0"/>
              </a:spcAft>
              <a:buClr>
                <a:schemeClr val="dk1"/>
              </a:buClr>
              <a:buSzPts val="1799"/>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42900" algn="l" rtl="0">
              <a:lnSpc>
                <a:spcPct val="90000"/>
              </a:lnSpc>
              <a:spcBef>
                <a:spcPts val="500"/>
              </a:spcBef>
              <a:spcAft>
                <a:spcPts val="0"/>
              </a:spcAft>
              <a:buClr>
                <a:schemeClr val="dk1"/>
              </a:buClr>
              <a:buSzPts val="1799"/>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42900" algn="l" rtl="0">
              <a:lnSpc>
                <a:spcPct val="90000"/>
              </a:lnSpc>
              <a:spcBef>
                <a:spcPts val="500"/>
              </a:spcBef>
              <a:spcAft>
                <a:spcPts val="0"/>
              </a:spcAft>
              <a:buClr>
                <a:schemeClr val="dk1"/>
              </a:buClr>
              <a:buSzPts val="1799"/>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42900" algn="l" rtl="0">
              <a:lnSpc>
                <a:spcPct val="90000"/>
              </a:lnSpc>
              <a:spcBef>
                <a:spcPts val="500"/>
              </a:spcBef>
              <a:spcAft>
                <a:spcPts val="0"/>
              </a:spcAft>
              <a:buClr>
                <a:schemeClr val="dk1"/>
              </a:buClr>
              <a:buSzPts val="1799"/>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42900" algn="l" rtl="0">
              <a:lnSpc>
                <a:spcPct val="90000"/>
              </a:lnSpc>
              <a:spcBef>
                <a:spcPts val="500"/>
              </a:spcBef>
              <a:spcAft>
                <a:spcPts val="0"/>
              </a:spcAft>
              <a:buClr>
                <a:schemeClr val="dk1"/>
              </a:buClr>
              <a:buSzPts val="1799"/>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42900" algn="l" rtl="0">
              <a:lnSpc>
                <a:spcPct val="90000"/>
              </a:lnSpc>
              <a:spcBef>
                <a:spcPts val="500"/>
              </a:spcBef>
              <a:spcAft>
                <a:spcPts val="0"/>
              </a:spcAft>
              <a:buClr>
                <a:schemeClr val="dk1"/>
              </a:buClr>
              <a:buSzPts val="1799"/>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7" name="Google Shape;17;p6"/>
          <p:cNvSpPr txBox="1">
            <a:spLocks noGrp="1"/>
          </p:cNvSpPr>
          <p:nvPr>
            <p:ph type="title"/>
          </p:nvPr>
        </p:nvSpPr>
        <p:spPr>
          <a:xfrm>
            <a:off x="720000" y="1710000"/>
            <a:ext cx="5221019" cy="1477328"/>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chemeClr val="dk1"/>
              </a:buClr>
              <a:buSzPts val="4800"/>
              <a:buFont typeface="Arial" panose="020B0604020202020204"/>
              <a:buNone/>
              <a:defRPr sz="4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400"/>
              <a:buNone/>
              <a:defRPr sz="1800">
                <a:solidFill>
                  <a:schemeClr val="lt1"/>
                </a:solidFill>
                <a:latin typeface="Arial" panose="020B0604020202020204"/>
                <a:ea typeface="Arial" panose="020B0604020202020204"/>
                <a:cs typeface="Arial" panose="020B0604020202020204"/>
                <a:sym typeface="Arial" panose="020B0604020202020204"/>
              </a:defRPr>
            </a:lvl2pPr>
            <a:lvl3pPr lvl="2">
              <a:spcBef>
                <a:spcPts val="0"/>
              </a:spcBef>
              <a:spcAft>
                <a:spcPts val="0"/>
              </a:spcAft>
              <a:buSzPts val="1400"/>
              <a:buNone/>
              <a:defRPr sz="1800">
                <a:solidFill>
                  <a:schemeClr val="lt1"/>
                </a:solidFill>
                <a:latin typeface="Arial" panose="020B0604020202020204"/>
                <a:ea typeface="Arial" panose="020B0604020202020204"/>
                <a:cs typeface="Arial" panose="020B0604020202020204"/>
                <a:sym typeface="Arial" panose="020B0604020202020204"/>
              </a:defRPr>
            </a:lvl3pPr>
            <a:lvl4pPr lvl="3">
              <a:spcBef>
                <a:spcPts val="0"/>
              </a:spcBef>
              <a:spcAft>
                <a:spcPts val="0"/>
              </a:spcAft>
              <a:buSzPts val="1400"/>
              <a:buNone/>
              <a:defRPr sz="1800">
                <a:solidFill>
                  <a:schemeClr val="lt1"/>
                </a:solidFill>
                <a:latin typeface="Arial" panose="020B0604020202020204"/>
                <a:ea typeface="Arial" panose="020B0604020202020204"/>
                <a:cs typeface="Arial" panose="020B0604020202020204"/>
                <a:sym typeface="Arial" panose="020B0604020202020204"/>
              </a:defRPr>
            </a:lvl4pPr>
            <a:lvl5pPr lvl="4">
              <a:spcBef>
                <a:spcPts val="0"/>
              </a:spcBef>
              <a:spcAft>
                <a:spcPts val="0"/>
              </a:spcAft>
              <a:buSzPts val="1400"/>
              <a:buNone/>
              <a:defRPr sz="1800">
                <a:solidFill>
                  <a:schemeClr val="lt1"/>
                </a:solidFill>
                <a:latin typeface="Arial" panose="020B0604020202020204"/>
                <a:ea typeface="Arial" panose="020B0604020202020204"/>
                <a:cs typeface="Arial" panose="020B0604020202020204"/>
                <a:sym typeface="Arial" panose="020B0604020202020204"/>
              </a:defRPr>
            </a:lvl5pPr>
            <a:lvl6pPr lvl="5">
              <a:spcBef>
                <a:spcPts val="0"/>
              </a:spcBef>
              <a:spcAft>
                <a:spcPts val="0"/>
              </a:spcAft>
              <a:buSzPts val="1400"/>
              <a:buNone/>
              <a:defRPr sz="1800">
                <a:solidFill>
                  <a:schemeClr val="lt1"/>
                </a:solidFill>
                <a:latin typeface="Arial" panose="020B0604020202020204"/>
                <a:ea typeface="Arial" panose="020B0604020202020204"/>
                <a:cs typeface="Arial" panose="020B0604020202020204"/>
                <a:sym typeface="Arial" panose="020B0604020202020204"/>
              </a:defRPr>
            </a:lvl6pPr>
            <a:lvl7pPr lvl="6">
              <a:spcBef>
                <a:spcPts val="0"/>
              </a:spcBef>
              <a:spcAft>
                <a:spcPts val="0"/>
              </a:spcAft>
              <a:buSzPts val="1400"/>
              <a:buNone/>
              <a:defRPr sz="1800">
                <a:solidFill>
                  <a:schemeClr val="lt1"/>
                </a:solidFill>
                <a:latin typeface="Arial" panose="020B0604020202020204"/>
                <a:ea typeface="Arial" panose="020B0604020202020204"/>
                <a:cs typeface="Arial" panose="020B0604020202020204"/>
                <a:sym typeface="Arial" panose="020B0604020202020204"/>
              </a:defRPr>
            </a:lvl7pPr>
            <a:lvl8pPr lvl="7">
              <a:spcBef>
                <a:spcPts val="0"/>
              </a:spcBef>
              <a:spcAft>
                <a:spcPts val="0"/>
              </a:spcAft>
              <a:buSzPts val="1400"/>
              <a:buNone/>
              <a:defRPr sz="1800">
                <a:solidFill>
                  <a:schemeClr val="lt1"/>
                </a:solidFill>
                <a:latin typeface="Arial" panose="020B0604020202020204"/>
                <a:ea typeface="Arial" panose="020B0604020202020204"/>
                <a:cs typeface="Arial" panose="020B0604020202020204"/>
                <a:sym typeface="Arial" panose="020B0604020202020204"/>
              </a:defRPr>
            </a:lvl8pPr>
            <a:lvl9pPr lvl="8">
              <a:spcBef>
                <a:spcPts val="0"/>
              </a:spcBef>
              <a:spcAft>
                <a:spcPts val="0"/>
              </a:spcAft>
              <a:buSzPts val="1400"/>
              <a:buNone/>
              <a:defRPr sz="1800">
                <a:solidFill>
                  <a:schemeClr val="lt1"/>
                </a:solidFill>
                <a:latin typeface="Arial" panose="020B0604020202020204"/>
                <a:ea typeface="Arial" panose="020B0604020202020204"/>
                <a:cs typeface="Arial" panose="020B0604020202020204"/>
                <a:sym typeface="Arial" panose="020B0604020202020204"/>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3_Table of Contents2">
  <p:cSld name="3_Table of Contents2">
    <p:spTree>
      <p:nvGrpSpPr>
        <p:cNvPr id="1" name="Shape 18"/>
        <p:cNvGrpSpPr/>
        <p:nvPr/>
      </p:nvGrpSpPr>
      <p:grpSpPr>
        <a:xfrm>
          <a:off x="0" y="0"/>
          <a:ext cx="0" cy="0"/>
          <a:chOff x="0" y="0"/>
          <a:chExt cx="0" cy="0"/>
        </a:xfrm>
      </p:grpSpPr>
      <p:pic>
        <p:nvPicPr>
          <p:cNvPr id="19" name="Google Shape;19;p7"/>
          <p:cNvPicPr preferRelativeResize="0"/>
          <p:nvPr/>
        </p:nvPicPr>
        <p:blipFill rotWithShape="1">
          <a:blip r:embed="rId2"/>
          <a:srcRect/>
          <a:stretch>
            <a:fillRect/>
          </a:stretch>
        </p:blipFill>
        <p:spPr>
          <a:xfrm>
            <a:off x="-1588" y="0"/>
            <a:ext cx="9902825" cy="6858000"/>
          </a:xfrm>
          <a:prstGeom prst="rect">
            <a:avLst/>
          </a:prstGeom>
          <a:noFill/>
          <a:ln>
            <a:noFill/>
          </a:ln>
        </p:spPr>
      </p:pic>
      <p:cxnSp>
        <p:nvCxnSpPr>
          <p:cNvPr id="20" name="Google Shape;20;p7"/>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21" name="Google Shape;21;p7"/>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panose="020B0604020202020204"/>
              <a:buNone/>
            </a:pPr>
            <a:fld id="{00000000-1234-1234-1234-123412341234}" type="slidenum">
              <a:rPr lang="en-US" sz="900" b="0" i="0" u="none" strike="noStrike" cap="none">
                <a:solidFill>
                  <a:srgbClr val="7F7F7F"/>
                </a:solidFill>
                <a:latin typeface="Arial" panose="020B0604020202020204"/>
                <a:ea typeface="Arial" panose="020B0604020202020204"/>
                <a:cs typeface="Arial" panose="020B0604020202020204"/>
                <a:sym typeface="Arial" panose="020B0604020202020204"/>
              </a:rPr>
            </a:fld>
            <a:endParaRPr sz="900" b="0" i="0" u="none" strike="noStrike" cap="none">
              <a:solidFill>
                <a:srgbClr val="7F7F7F"/>
              </a:solidFill>
              <a:latin typeface="Arial" panose="020B0604020202020204"/>
              <a:ea typeface="Arial" panose="020B0604020202020204"/>
              <a:cs typeface="Arial" panose="020B0604020202020204"/>
              <a:sym typeface="Arial" panose="020B0604020202020204"/>
            </a:endParaRPr>
          </a:p>
        </p:txBody>
      </p:sp>
      <p:sp>
        <p:nvSpPr>
          <p:cNvPr id="22" name="Google Shape;22;p7"/>
          <p:cNvSpPr/>
          <p:nvPr/>
        </p:nvSpPr>
        <p:spPr>
          <a:xfrm>
            <a:off x="449468" y="6498001"/>
            <a:ext cx="2888788"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b="0" i="0" u="none" strike="noStrike" cap="none">
                <a:solidFill>
                  <a:srgbClr val="7F7F7F"/>
                </a:solidFill>
                <a:latin typeface="Arial" panose="020B0604020202020204"/>
                <a:ea typeface="Arial" panose="020B0604020202020204"/>
                <a:cs typeface="Arial" panose="020B0604020202020204"/>
                <a:sym typeface="Arial" panose="020B0604020202020204"/>
              </a:rPr>
              <a:t>Samsung Innovation Campus</a:t>
            </a:r>
            <a:endParaRPr lang="en-US" sz="1100" b="0" i="0" u="none" strike="noStrike" cap="none">
              <a:solidFill>
                <a:srgbClr val="7F7F7F"/>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matchingName="last">
  <p:cSld name="BLANK">
    <p:spTree>
      <p:nvGrpSpPr>
        <p:cNvPr id="1" name="Shape 35"/>
        <p:cNvGrpSpPr/>
        <p:nvPr/>
      </p:nvGrpSpPr>
      <p:grpSpPr>
        <a:xfrm>
          <a:off x="0" y="0"/>
          <a:ext cx="0" cy="0"/>
          <a:chOff x="0" y="0"/>
          <a:chExt cx="0" cy="0"/>
        </a:xfrm>
      </p:grpSpPr>
      <p:pic>
        <p:nvPicPr>
          <p:cNvPr id="36" name="Google Shape;36;p9"/>
          <p:cNvPicPr preferRelativeResize="0"/>
          <p:nvPr/>
        </p:nvPicPr>
        <p:blipFill rotWithShape="1">
          <a:blip r:embed="rId2"/>
          <a:srcRect/>
          <a:stretch>
            <a:fillRect/>
          </a:stretch>
        </p:blipFill>
        <p:spPr>
          <a:xfrm>
            <a:off x="2" y="4395"/>
            <a:ext cx="9899651" cy="6853605"/>
          </a:xfrm>
          <a:prstGeom prst="rect">
            <a:avLst/>
          </a:prstGeom>
          <a:noFill/>
          <a:ln>
            <a:noFill/>
          </a:ln>
        </p:spPr>
      </p:pic>
      <p:sp>
        <p:nvSpPr>
          <p:cNvPr id="37" name="Google Shape;37;p9"/>
          <p:cNvSpPr/>
          <p:nvPr/>
        </p:nvSpPr>
        <p:spPr>
          <a:xfrm>
            <a:off x="2" y="0"/>
            <a:ext cx="9899651" cy="6858000"/>
          </a:xfrm>
          <a:prstGeom prst="rect">
            <a:avLst/>
          </a:prstGeom>
          <a:solidFill>
            <a:srgbClr val="1428A0">
              <a:alpha val="8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60">
              <a:solidFill>
                <a:schemeClr val="lt1"/>
              </a:solidFill>
              <a:latin typeface="Arial" panose="020B0604020202020204"/>
              <a:ea typeface="Arial" panose="020B0604020202020204"/>
              <a:cs typeface="Arial" panose="020B0604020202020204"/>
              <a:sym typeface="Arial" panose="020B0604020202020204"/>
            </a:endParaRPr>
          </a:p>
        </p:txBody>
      </p:sp>
      <p:sp>
        <p:nvSpPr>
          <p:cNvPr id="38" name="Google Shape;38;p9"/>
          <p:cNvSpPr/>
          <p:nvPr/>
        </p:nvSpPr>
        <p:spPr>
          <a:xfrm>
            <a:off x="449468" y="5677032"/>
            <a:ext cx="9000714" cy="73096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FFFFFF"/>
              </a:buClr>
              <a:buSzPts val="1000"/>
              <a:buFont typeface="Arial" panose="020B0604020202020204"/>
              <a:buNone/>
            </a:pPr>
            <a:r>
              <a:rPr lang="en-US" sz="1000" b="0" i="0" u="none" strike="noStrike" cap="none">
                <a:solidFill>
                  <a:srgbClr val="FFFFFF"/>
                </a:solidFill>
                <a:latin typeface="Arial" panose="020B0604020202020204"/>
                <a:ea typeface="Arial" panose="020B0604020202020204"/>
                <a:cs typeface="Arial" panose="020B0604020202020204"/>
                <a:sym typeface="Arial" panose="020B0604020202020204"/>
              </a:rPr>
              <a:t>ⓒ2023 SAMSUNG. All rights reserved.</a:t>
            </a:r>
            <a:endParaRPr lang="en-US" sz="10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600"/>
              </a:spcBef>
              <a:spcAft>
                <a:spcPts val="0"/>
              </a:spcAft>
              <a:buClr>
                <a:srgbClr val="FFFFFF"/>
              </a:buClr>
              <a:buSzPts val="1000"/>
              <a:buFont typeface="Arial" panose="020B0604020202020204"/>
              <a:buNone/>
            </a:pPr>
            <a:r>
              <a:rPr lang="en-US" sz="1000" b="0" i="0" u="none" strike="noStrike" cap="none">
                <a:solidFill>
                  <a:srgbClr val="FFFFFF"/>
                </a:solidFill>
                <a:latin typeface="Arial" panose="020B0604020202020204"/>
                <a:ea typeface="Arial" panose="020B0604020202020204"/>
                <a:cs typeface="Arial" panose="020B0604020202020204"/>
                <a:sym typeface="Arial" panose="020B0604020202020204"/>
              </a:rPr>
              <a:t>Samsung Electronics Corporate Citizenship Office holds the copyright of book.</a:t>
            </a:r>
            <a:endParaRPr lang="en-US" sz="10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300"/>
              </a:spcBef>
              <a:spcAft>
                <a:spcPts val="0"/>
              </a:spcAft>
              <a:buClr>
                <a:srgbClr val="FFFFFF"/>
              </a:buClr>
              <a:buSzPts val="1000"/>
              <a:buFont typeface="Arial" panose="020B0604020202020204"/>
              <a:buNone/>
            </a:pPr>
            <a:r>
              <a:rPr lang="en-US" sz="1000" b="0" i="0" u="none" strike="noStrike" cap="none">
                <a:solidFill>
                  <a:srgbClr val="FFFFFF"/>
                </a:solidFill>
                <a:latin typeface="Arial" panose="020B0604020202020204"/>
                <a:ea typeface="Arial" panose="020B0604020202020204"/>
                <a:cs typeface="Arial" panose="020B0604020202020204"/>
                <a:sym typeface="Arial" panose="020B0604020202020204"/>
              </a:rPr>
              <a:t>This book is a literary property protected by copyright law so reprint and reproduction without permission are prohibited. </a:t>
            </a:r>
            <a:endParaRPr lang="en-US" sz="10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FFFFFF"/>
              </a:buClr>
              <a:buSzPts val="1000"/>
              <a:buFont typeface="Arial" panose="020B0604020202020204"/>
              <a:buNone/>
            </a:pPr>
            <a:r>
              <a:rPr lang="en-US" sz="1000" b="0" i="0" u="none" strike="noStrike" cap="none">
                <a:solidFill>
                  <a:srgbClr val="FFFFFF"/>
                </a:solidFill>
                <a:latin typeface="Arial" panose="020B0604020202020204"/>
                <a:ea typeface="Arial" panose="020B0604020202020204"/>
                <a:cs typeface="Arial" panose="020B0604020202020204"/>
                <a:sym typeface="Arial" panose="020B0604020202020204"/>
              </a:rPr>
              <a:t>To use this book other than the curriculum of Samsung Innovation Campus or to use the entire or part of this book, you must receive written consent from copyright holder.</a:t>
            </a:r>
            <a:endParaRPr lang="en-US" sz="10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39" name="Google Shape;39;p9"/>
          <p:cNvPicPr preferRelativeResize="0"/>
          <p:nvPr/>
        </p:nvPicPr>
        <p:blipFill rotWithShape="1">
          <a:blip r:embed="rId3"/>
          <a:srcRect/>
          <a:stretch>
            <a:fillRect/>
          </a:stretch>
        </p:blipFill>
        <p:spPr>
          <a:xfrm>
            <a:off x="3711822" y="3022951"/>
            <a:ext cx="2476006" cy="812098"/>
          </a:xfrm>
          <a:prstGeom prst="rect">
            <a:avLst/>
          </a:prstGeom>
          <a:noFill/>
          <a:ln>
            <a:noFill/>
          </a:ln>
        </p:spPr>
      </p:pic>
      <p:sp>
        <p:nvSpPr>
          <p:cNvPr id="40" name="Google Shape;40;p9"/>
          <p:cNvSpPr/>
          <p:nvPr/>
        </p:nvSpPr>
        <p:spPr>
          <a:xfrm>
            <a:off x="449468" y="450000"/>
            <a:ext cx="1290568" cy="198000"/>
          </a:xfrm>
          <a:custGeom>
            <a:avLst/>
            <a:gdLst/>
            <a:ahLst/>
            <a:cxnLst/>
            <a:rect l="l" t="t" r="r" b="b"/>
            <a:pathLst>
              <a:path w="2179" h="334" extrusionOk="0">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chemeClr val="lt1"/>
          </a:solid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Clr>
                <a:schemeClr val="dk1"/>
              </a:buClr>
              <a:buSzPts val="1959"/>
              <a:buFont typeface="Arial" panose="020B0604020202020204"/>
              <a:buNone/>
            </a:pPr>
            <a:endParaRPr sz="196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41"/>
        <p:cNvGrpSpPr/>
        <p:nvPr/>
      </p:nvGrpSpPr>
      <p:grpSpPr>
        <a:xfrm>
          <a:off x="0" y="0"/>
          <a:ext cx="0" cy="0"/>
          <a:chOff x="0" y="0"/>
          <a:chExt cx="0" cy="0"/>
        </a:xfrm>
      </p:grpSpPr>
      <p:cxnSp>
        <p:nvCxnSpPr>
          <p:cNvPr id="42" name="Google Shape;42;p10"/>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43" name="Google Shape;43;p10"/>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panose="020B0604020202020204"/>
              <a:buNone/>
            </a:pPr>
            <a:fld id="{00000000-1234-1234-1234-123412341234}" type="slidenum">
              <a:rPr lang="en-US" sz="900">
                <a:solidFill>
                  <a:srgbClr val="7F7F7F"/>
                </a:solidFill>
                <a:latin typeface="Arial" panose="020B0604020202020204"/>
                <a:ea typeface="Arial" panose="020B0604020202020204"/>
                <a:cs typeface="Arial" panose="020B0604020202020204"/>
                <a:sym typeface="Arial" panose="020B0604020202020204"/>
              </a:rPr>
            </a:fld>
            <a:endParaRPr sz="900">
              <a:solidFill>
                <a:srgbClr val="7F7F7F"/>
              </a:solidFill>
              <a:latin typeface="Arial" panose="020B0604020202020204"/>
              <a:ea typeface="Arial" panose="020B0604020202020204"/>
              <a:cs typeface="Arial" panose="020B0604020202020204"/>
              <a:sym typeface="Arial" panose="020B0604020202020204"/>
            </a:endParaRPr>
          </a:p>
        </p:txBody>
      </p:sp>
      <p:sp>
        <p:nvSpPr>
          <p:cNvPr id="44" name="Google Shape;44;p10"/>
          <p:cNvSpPr/>
          <p:nvPr/>
        </p:nvSpPr>
        <p:spPr>
          <a:xfrm>
            <a:off x="449468" y="6498001"/>
            <a:ext cx="2888788"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b="0">
                <a:solidFill>
                  <a:srgbClr val="7F7F7F"/>
                </a:solidFill>
                <a:latin typeface="Arial" panose="020B0604020202020204"/>
                <a:ea typeface="Arial" panose="020B0604020202020204"/>
                <a:cs typeface="Arial" panose="020B0604020202020204"/>
                <a:sym typeface="Arial" panose="020B0604020202020204"/>
              </a:rPr>
              <a:t>Samsung Innovation Campus</a:t>
            </a:r>
            <a:endParaRPr lang="en-US" sz="1100" b="0">
              <a:solidFill>
                <a:srgbClr val="7F7F7F"/>
              </a:solidFill>
              <a:latin typeface="Arial" panose="020B0604020202020204"/>
              <a:ea typeface="Arial" panose="020B0604020202020204"/>
              <a:cs typeface="Arial" panose="020B0604020202020204"/>
              <a:sym typeface="Arial" panose="020B0604020202020204"/>
            </a:endParaRPr>
          </a:p>
        </p:txBody>
      </p:sp>
      <p:sp>
        <p:nvSpPr>
          <p:cNvPr id="45" name="Google Shape;45;p10"/>
          <p:cNvSpPr txBox="1"/>
          <p:nvPr/>
        </p:nvSpPr>
        <p:spPr>
          <a:xfrm>
            <a:off x="6846858" y="6498001"/>
            <a:ext cx="2349501" cy="138499"/>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900">
                <a:solidFill>
                  <a:srgbClr val="7F7F7F"/>
                </a:solidFill>
                <a:latin typeface="Arial" panose="020B0604020202020204"/>
                <a:ea typeface="Arial" panose="020B0604020202020204"/>
                <a:cs typeface="Arial" panose="020B0604020202020204"/>
                <a:sym typeface="Arial" panose="020B0604020202020204"/>
              </a:rPr>
              <a:t>Project Name</a:t>
            </a:r>
            <a:endParaRPr lang="en-US" sz="900">
              <a:solidFill>
                <a:srgbClr val="7F7F7F"/>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_Table of Contents2">
  <p:cSld name="2_Table of Contents2">
    <p:spTree>
      <p:nvGrpSpPr>
        <p:cNvPr id="1" name="Shape 46"/>
        <p:cNvGrpSpPr/>
        <p:nvPr/>
      </p:nvGrpSpPr>
      <p:grpSpPr>
        <a:xfrm>
          <a:off x="0" y="0"/>
          <a:ext cx="0" cy="0"/>
          <a:chOff x="0" y="0"/>
          <a:chExt cx="0" cy="0"/>
        </a:xfrm>
      </p:grpSpPr>
      <p:pic>
        <p:nvPicPr>
          <p:cNvPr id="47" name="Google Shape;47;p11"/>
          <p:cNvPicPr preferRelativeResize="0"/>
          <p:nvPr/>
        </p:nvPicPr>
        <p:blipFill rotWithShape="1">
          <a:blip r:embed="rId2"/>
          <a:srcRect/>
          <a:stretch>
            <a:fillRect/>
          </a:stretch>
        </p:blipFill>
        <p:spPr>
          <a:xfrm>
            <a:off x="-1588" y="0"/>
            <a:ext cx="9902825" cy="6858000"/>
          </a:xfrm>
          <a:prstGeom prst="rect">
            <a:avLst/>
          </a:prstGeom>
          <a:noFill/>
          <a:ln>
            <a:noFill/>
          </a:ln>
        </p:spPr>
      </p:pic>
      <p:cxnSp>
        <p:nvCxnSpPr>
          <p:cNvPr id="48" name="Google Shape;48;p11"/>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1"/>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panose="020B0604020202020204"/>
              <a:buNone/>
            </a:pPr>
            <a:fld id="{00000000-1234-1234-1234-123412341234}" type="slidenum">
              <a:rPr lang="en-US" sz="900">
                <a:solidFill>
                  <a:srgbClr val="7F7F7F"/>
                </a:solidFill>
                <a:latin typeface="Arial" panose="020B0604020202020204"/>
                <a:ea typeface="Arial" panose="020B0604020202020204"/>
                <a:cs typeface="Arial" panose="020B0604020202020204"/>
                <a:sym typeface="Arial" panose="020B0604020202020204"/>
              </a:rPr>
            </a:fld>
            <a:endParaRPr sz="900">
              <a:solidFill>
                <a:srgbClr val="7F7F7F"/>
              </a:solidFill>
              <a:latin typeface="Arial" panose="020B0604020202020204"/>
              <a:ea typeface="Arial" panose="020B0604020202020204"/>
              <a:cs typeface="Arial" panose="020B0604020202020204"/>
              <a:sym typeface="Arial" panose="020B0604020202020204"/>
            </a:endParaRPr>
          </a:p>
        </p:txBody>
      </p:sp>
      <p:sp>
        <p:nvSpPr>
          <p:cNvPr id="50" name="Google Shape;50;p11"/>
          <p:cNvSpPr/>
          <p:nvPr/>
        </p:nvSpPr>
        <p:spPr>
          <a:xfrm>
            <a:off x="449468" y="6498001"/>
            <a:ext cx="2888788"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b="0">
                <a:solidFill>
                  <a:srgbClr val="7F7F7F"/>
                </a:solidFill>
                <a:latin typeface="Arial" panose="020B0604020202020204"/>
                <a:ea typeface="Arial" panose="020B0604020202020204"/>
                <a:cs typeface="Arial" panose="020B0604020202020204"/>
                <a:sym typeface="Arial" panose="020B0604020202020204"/>
              </a:rPr>
              <a:t>Samsung Innovation Campus</a:t>
            </a:r>
            <a:endParaRPr lang="en-US" sz="1100" b="0">
              <a:solidFill>
                <a:srgbClr val="7F7F7F"/>
              </a:solidFill>
              <a:latin typeface="Arial" panose="020B0604020202020204"/>
              <a:ea typeface="Arial" panose="020B0604020202020204"/>
              <a:cs typeface="Arial" panose="020B0604020202020204"/>
              <a:sym typeface="Arial" panose="020B0604020202020204"/>
            </a:endParaRPr>
          </a:p>
        </p:txBody>
      </p:sp>
      <p:sp>
        <p:nvSpPr>
          <p:cNvPr id="51" name="Google Shape;51;p11"/>
          <p:cNvSpPr/>
          <p:nvPr/>
        </p:nvSpPr>
        <p:spPr>
          <a:xfrm>
            <a:off x="990000" y="4157757"/>
            <a:ext cx="3563339" cy="3231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100">
                <a:solidFill>
                  <a:srgbClr val="1428A0"/>
                </a:solidFill>
                <a:latin typeface="Arial" panose="020B0604020202020204"/>
                <a:ea typeface="Arial" panose="020B0604020202020204"/>
                <a:cs typeface="Arial" panose="020B0604020202020204"/>
                <a:sym typeface="Arial" panose="020B0604020202020204"/>
              </a:rPr>
              <a:t>C&amp;P Course</a:t>
            </a:r>
            <a:endParaRPr sz="2100">
              <a:solidFill>
                <a:srgbClr val="1428A0"/>
              </a:solidFill>
              <a:latin typeface="Arial" panose="020B0604020202020204"/>
              <a:ea typeface="Arial" panose="020B0604020202020204"/>
              <a:cs typeface="Arial" panose="020B0604020202020204"/>
              <a:sym typeface="Arial" panose="020B0604020202020204"/>
            </a:endParaRPr>
          </a:p>
        </p:txBody>
      </p:sp>
      <p:sp>
        <p:nvSpPr>
          <p:cNvPr id="52" name="Google Shape;52;p11"/>
          <p:cNvSpPr/>
          <p:nvPr/>
        </p:nvSpPr>
        <p:spPr>
          <a:xfrm>
            <a:off x="720000" y="2095275"/>
            <a:ext cx="60008" cy="1759369"/>
          </a:xfrm>
          <a:prstGeom prst="rect">
            <a:avLst/>
          </a:prstGeom>
          <a:solidFill>
            <a:srgbClr val="1428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53" name="Google Shape;53;p11"/>
          <p:cNvSpPr/>
          <p:nvPr/>
        </p:nvSpPr>
        <p:spPr>
          <a:xfrm>
            <a:off x="720000" y="4157757"/>
            <a:ext cx="60008" cy="323165"/>
          </a:xfrm>
          <a:prstGeom prst="rect">
            <a:avLst/>
          </a:prstGeom>
          <a:solidFill>
            <a:srgbClr val="1428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54" name="Google Shape;54;p11"/>
          <p:cNvSpPr txBox="1">
            <a:spLocks noGrp="1"/>
          </p:cNvSpPr>
          <p:nvPr>
            <p:ph type="title"/>
          </p:nvPr>
        </p:nvSpPr>
        <p:spPr>
          <a:xfrm>
            <a:off x="990000" y="2095275"/>
            <a:ext cx="5221019" cy="1354217"/>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chemeClr val="dk1"/>
              </a:buClr>
              <a:buSzPts val="4400"/>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400"/>
              <a:buNone/>
              <a:defRPr sz="1800">
                <a:solidFill>
                  <a:schemeClr val="lt1"/>
                </a:solidFill>
                <a:latin typeface="Arial" panose="020B0604020202020204"/>
                <a:ea typeface="Arial" panose="020B0604020202020204"/>
                <a:cs typeface="Arial" panose="020B0604020202020204"/>
                <a:sym typeface="Arial" panose="020B0604020202020204"/>
              </a:defRPr>
            </a:lvl2pPr>
            <a:lvl3pPr lvl="2">
              <a:spcBef>
                <a:spcPts val="0"/>
              </a:spcBef>
              <a:spcAft>
                <a:spcPts val="0"/>
              </a:spcAft>
              <a:buSzPts val="1400"/>
              <a:buNone/>
              <a:defRPr sz="1800">
                <a:solidFill>
                  <a:schemeClr val="lt1"/>
                </a:solidFill>
                <a:latin typeface="Arial" panose="020B0604020202020204"/>
                <a:ea typeface="Arial" panose="020B0604020202020204"/>
                <a:cs typeface="Arial" panose="020B0604020202020204"/>
                <a:sym typeface="Arial" panose="020B0604020202020204"/>
              </a:defRPr>
            </a:lvl3pPr>
            <a:lvl4pPr lvl="3">
              <a:spcBef>
                <a:spcPts val="0"/>
              </a:spcBef>
              <a:spcAft>
                <a:spcPts val="0"/>
              </a:spcAft>
              <a:buSzPts val="1400"/>
              <a:buNone/>
              <a:defRPr sz="1800">
                <a:solidFill>
                  <a:schemeClr val="lt1"/>
                </a:solidFill>
                <a:latin typeface="Arial" panose="020B0604020202020204"/>
                <a:ea typeface="Arial" panose="020B0604020202020204"/>
                <a:cs typeface="Arial" panose="020B0604020202020204"/>
                <a:sym typeface="Arial" panose="020B0604020202020204"/>
              </a:defRPr>
            </a:lvl4pPr>
            <a:lvl5pPr lvl="4">
              <a:spcBef>
                <a:spcPts val="0"/>
              </a:spcBef>
              <a:spcAft>
                <a:spcPts val="0"/>
              </a:spcAft>
              <a:buSzPts val="1400"/>
              <a:buNone/>
              <a:defRPr sz="1800">
                <a:solidFill>
                  <a:schemeClr val="lt1"/>
                </a:solidFill>
                <a:latin typeface="Arial" panose="020B0604020202020204"/>
                <a:ea typeface="Arial" panose="020B0604020202020204"/>
                <a:cs typeface="Arial" panose="020B0604020202020204"/>
                <a:sym typeface="Arial" panose="020B0604020202020204"/>
              </a:defRPr>
            </a:lvl5pPr>
            <a:lvl6pPr lvl="5">
              <a:spcBef>
                <a:spcPts val="0"/>
              </a:spcBef>
              <a:spcAft>
                <a:spcPts val="0"/>
              </a:spcAft>
              <a:buSzPts val="1400"/>
              <a:buNone/>
              <a:defRPr sz="1800">
                <a:solidFill>
                  <a:schemeClr val="lt1"/>
                </a:solidFill>
                <a:latin typeface="Arial" panose="020B0604020202020204"/>
                <a:ea typeface="Arial" panose="020B0604020202020204"/>
                <a:cs typeface="Arial" panose="020B0604020202020204"/>
                <a:sym typeface="Arial" panose="020B0604020202020204"/>
              </a:defRPr>
            </a:lvl6pPr>
            <a:lvl7pPr lvl="6">
              <a:spcBef>
                <a:spcPts val="0"/>
              </a:spcBef>
              <a:spcAft>
                <a:spcPts val="0"/>
              </a:spcAft>
              <a:buSzPts val="1400"/>
              <a:buNone/>
              <a:defRPr sz="1800">
                <a:solidFill>
                  <a:schemeClr val="lt1"/>
                </a:solidFill>
                <a:latin typeface="Arial" panose="020B0604020202020204"/>
                <a:ea typeface="Arial" panose="020B0604020202020204"/>
                <a:cs typeface="Arial" panose="020B0604020202020204"/>
                <a:sym typeface="Arial" panose="020B0604020202020204"/>
              </a:defRPr>
            </a:lvl7pPr>
            <a:lvl8pPr lvl="7">
              <a:spcBef>
                <a:spcPts val="0"/>
              </a:spcBef>
              <a:spcAft>
                <a:spcPts val="0"/>
              </a:spcAft>
              <a:buSzPts val="1400"/>
              <a:buNone/>
              <a:defRPr sz="1800">
                <a:solidFill>
                  <a:schemeClr val="lt1"/>
                </a:solidFill>
                <a:latin typeface="Arial" panose="020B0604020202020204"/>
                <a:ea typeface="Arial" panose="020B0604020202020204"/>
                <a:cs typeface="Arial" panose="020B0604020202020204"/>
                <a:sym typeface="Arial" panose="020B0604020202020204"/>
              </a:defRPr>
            </a:lvl8pPr>
            <a:lvl9pPr lvl="8">
              <a:spcBef>
                <a:spcPts val="0"/>
              </a:spcBef>
              <a:spcAft>
                <a:spcPts val="0"/>
              </a:spcAft>
              <a:buSzPts val="1400"/>
              <a:buNone/>
              <a:defRPr sz="1800">
                <a:solidFill>
                  <a:schemeClr val="lt1"/>
                </a:solidFill>
                <a:latin typeface="Arial" panose="020B0604020202020204"/>
                <a:ea typeface="Arial" panose="020B0604020202020204"/>
                <a:cs typeface="Arial" panose="020B0604020202020204"/>
                <a:sym typeface="Arial" panose="020B0604020202020204"/>
              </a:defRPr>
            </a:lvl9pPr>
          </a:lstStyle>
          <a:p/>
        </p:txBody>
      </p:sp>
      <p:sp>
        <p:nvSpPr>
          <p:cNvPr id="55" name="Google Shape;55;p11"/>
          <p:cNvSpPr txBox="1">
            <a:spLocks noGrp="1"/>
          </p:cNvSpPr>
          <p:nvPr>
            <p:ph type="body" idx="1"/>
          </p:nvPr>
        </p:nvSpPr>
        <p:spPr>
          <a:xfrm>
            <a:off x="990000" y="3577645"/>
            <a:ext cx="6837808" cy="27699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7F7F7F"/>
              </a:buClr>
              <a:buSzPts val="1800"/>
              <a:buFont typeface="Arial" panose="020B0604020202020204"/>
              <a:buNone/>
              <a:defRPr sz="1800" b="0" i="0" u="none" strike="noStrike" cap="none">
                <a:solidFill>
                  <a:srgbClr val="7F7F7F"/>
                </a:solidFill>
                <a:latin typeface="Arial" panose="020B0604020202020204"/>
                <a:ea typeface="Arial" panose="020B0604020202020204"/>
                <a:cs typeface="Arial" panose="020B0604020202020204"/>
                <a:sym typeface="Arial" panose="020B0604020202020204"/>
              </a:defRPr>
            </a:lvl1pPr>
            <a:lvl2pPr marL="914400" marR="0" lvl="1" indent="-381000" algn="l" rtl="0">
              <a:lnSpc>
                <a:spcPct val="90000"/>
              </a:lnSpc>
              <a:spcBef>
                <a:spcPts val="500"/>
              </a:spcBef>
              <a:spcAft>
                <a:spcPts val="0"/>
              </a:spcAft>
              <a:buClr>
                <a:schemeClr val="dk1"/>
              </a:buClr>
              <a:buSzPts val="2399"/>
              <a:buFont typeface="Arial" panose="020B0604020202020204"/>
              <a:buChar char="•"/>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90000"/>
              </a:lnSpc>
              <a:spcBef>
                <a:spcPts val="500"/>
              </a:spcBef>
              <a:spcAft>
                <a:spcPts val="0"/>
              </a:spcAft>
              <a:buClr>
                <a:schemeClr val="dk1"/>
              </a:buClr>
              <a:buSzPts val="1999"/>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42900" algn="l" rtl="0">
              <a:lnSpc>
                <a:spcPct val="90000"/>
              </a:lnSpc>
              <a:spcBef>
                <a:spcPts val="500"/>
              </a:spcBef>
              <a:spcAft>
                <a:spcPts val="0"/>
              </a:spcAft>
              <a:buClr>
                <a:schemeClr val="dk1"/>
              </a:buClr>
              <a:buSzPts val="1799"/>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42900" algn="l" rtl="0">
              <a:lnSpc>
                <a:spcPct val="90000"/>
              </a:lnSpc>
              <a:spcBef>
                <a:spcPts val="500"/>
              </a:spcBef>
              <a:spcAft>
                <a:spcPts val="0"/>
              </a:spcAft>
              <a:buClr>
                <a:schemeClr val="dk1"/>
              </a:buClr>
              <a:buSzPts val="1799"/>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42900" algn="l" rtl="0">
              <a:lnSpc>
                <a:spcPct val="90000"/>
              </a:lnSpc>
              <a:spcBef>
                <a:spcPts val="500"/>
              </a:spcBef>
              <a:spcAft>
                <a:spcPts val="0"/>
              </a:spcAft>
              <a:buClr>
                <a:schemeClr val="dk1"/>
              </a:buClr>
              <a:buSzPts val="1799"/>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42900" algn="l" rtl="0">
              <a:lnSpc>
                <a:spcPct val="90000"/>
              </a:lnSpc>
              <a:spcBef>
                <a:spcPts val="500"/>
              </a:spcBef>
              <a:spcAft>
                <a:spcPts val="0"/>
              </a:spcAft>
              <a:buClr>
                <a:schemeClr val="dk1"/>
              </a:buClr>
              <a:buSzPts val="1799"/>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42900" algn="l" rtl="0">
              <a:lnSpc>
                <a:spcPct val="90000"/>
              </a:lnSpc>
              <a:spcBef>
                <a:spcPts val="500"/>
              </a:spcBef>
              <a:spcAft>
                <a:spcPts val="0"/>
              </a:spcAft>
              <a:buClr>
                <a:schemeClr val="dk1"/>
              </a:buClr>
              <a:buSzPts val="1799"/>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42900" algn="l" rtl="0">
              <a:lnSpc>
                <a:spcPct val="90000"/>
              </a:lnSpc>
              <a:spcBef>
                <a:spcPts val="500"/>
              </a:spcBef>
              <a:spcAft>
                <a:spcPts val="0"/>
              </a:spcAft>
              <a:buClr>
                <a:schemeClr val="dk1"/>
              </a:buClr>
              <a:buSzPts val="1799"/>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3_Table of Contents">
  <p:cSld name="3_Table of Contents">
    <p:spTree>
      <p:nvGrpSpPr>
        <p:cNvPr id="1" name="Shape 56"/>
        <p:cNvGrpSpPr/>
        <p:nvPr/>
      </p:nvGrpSpPr>
      <p:grpSpPr>
        <a:xfrm>
          <a:off x="0" y="0"/>
          <a:ext cx="0" cy="0"/>
          <a:chOff x="0" y="0"/>
          <a:chExt cx="0" cy="0"/>
        </a:xfrm>
      </p:grpSpPr>
      <p:pic>
        <p:nvPicPr>
          <p:cNvPr id="57" name="Google Shape;57;p12"/>
          <p:cNvPicPr preferRelativeResize="0"/>
          <p:nvPr/>
        </p:nvPicPr>
        <p:blipFill rotWithShape="1">
          <a:blip r:embed="rId2"/>
          <a:srcRect/>
          <a:stretch>
            <a:fillRect/>
          </a:stretch>
        </p:blipFill>
        <p:spPr>
          <a:xfrm>
            <a:off x="0" y="0"/>
            <a:ext cx="9902825" cy="6858000"/>
          </a:xfrm>
          <a:prstGeom prst="rect">
            <a:avLst/>
          </a:prstGeom>
          <a:noFill/>
          <a:ln>
            <a:noFill/>
          </a:ln>
        </p:spPr>
      </p:pic>
      <p:cxnSp>
        <p:nvCxnSpPr>
          <p:cNvPr id="58" name="Google Shape;58;p12"/>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59" name="Google Shape;59;p12"/>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panose="020B0604020202020204"/>
              <a:buNone/>
            </a:pPr>
            <a:fld id="{00000000-1234-1234-1234-123412341234}" type="slidenum">
              <a:rPr lang="en-US" sz="900">
                <a:solidFill>
                  <a:srgbClr val="7F7F7F"/>
                </a:solidFill>
                <a:latin typeface="Arial" panose="020B0604020202020204"/>
                <a:ea typeface="Arial" panose="020B0604020202020204"/>
                <a:cs typeface="Arial" panose="020B0604020202020204"/>
                <a:sym typeface="Arial" panose="020B0604020202020204"/>
              </a:rPr>
            </a:fld>
            <a:endParaRPr sz="900">
              <a:solidFill>
                <a:srgbClr val="7F7F7F"/>
              </a:solidFill>
              <a:latin typeface="Arial" panose="020B0604020202020204"/>
              <a:ea typeface="Arial" panose="020B0604020202020204"/>
              <a:cs typeface="Arial" panose="020B0604020202020204"/>
              <a:sym typeface="Arial" panose="020B0604020202020204"/>
            </a:endParaRPr>
          </a:p>
        </p:txBody>
      </p:sp>
      <p:sp>
        <p:nvSpPr>
          <p:cNvPr id="60" name="Google Shape;60;p12"/>
          <p:cNvSpPr/>
          <p:nvPr/>
        </p:nvSpPr>
        <p:spPr>
          <a:xfrm>
            <a:off x="449468" y="6498001"/>
            <a:ext cx="2888788"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b="0">
                <a:solidFill>
                  <a:srgbClr val="7F7F7F"/>
                </a:solidFill>
                <a:latin typeface="Arial" panose="020B0604020202020204"/>
                <a:ea typeface="Arial" panose="020B0604020202020204"/>
                <a:cs typeface="Arial" panose="020B0604020202020204"/>
                <a:sym typeface="Arial" panose="020B0604020202020204"/>
              </a:rPr>
              <a:t>Samsung Innovation Campus</a:t>
            </a:r>
            <a:endParaRPr lang="en-US" sz="1100" b="0">
              <a:solidFill>
                <a:srgbClr val="7F7F7F"/>
              </a:solidFill>
              <a:latin typeface="Arial" panose="020B0604020202020204"/>
              <a:ea typeface="Arial" panose="020B0604020202020204"/>
              <a:cs typeface="Arial" panose="020B0604020202020204"/>
              <a:sym typeface="Arial" panose="020B0604020202020204"/>
            </a:endParaRPr>
          </a:p>
        </p:txBody>
      </p:sp>
      <p:sp>
        <p:nvSpPr>
          <p:cNvPr id="61" name="Google Shape;61;p12"/>
          <p:cNvSpPr txBox="1"/>
          <p:nvPr/>
        </p:nvSpPr>
        <p:spPr>
          <a:xfrm>
            <a:off x="6846858" y="6498001"/>
            <a:ext cx="2349501" cy="138499"/>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900">
                <a:solidFill>
                  <a:srgbClr val="7F7F7F"/>
                </a:solidFill>
                <a:latin typeface="Arial" panose="020B0604020202020204"/>
                <a:ea typeface="Arial" panose="020B0604020202020204"/>
                <a:cs typeface="Arial" panose="020B0604020202020204"/>
                <a:sym typeface="Arial" panose="020B0604020202020204"/>
              </a:rPr>
              <a:t>Project Name</a:t>
            </a:r>
            <a:endParaRPr lang="en-US" sz="900">
              <a:solidFill>
                <a:srgbClr val="7F7F7F"/>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able of Contents">
  <p:cSld name="1_Table of Contents">
    <p:spTree>
      <p:nvGrpSpPr>
        <p:cNvPr id="1" name="Shape 62"/>
        <p:cNvGrpSpPr/>
        <p:nvPr/>
      </p:nvGrpSpPr>
      <p:grpSpPr>
        <a:xfrm>
          <a:off x="0" y="0"/>
          <a:ext cx="0" cy="0"/>
          <a:chOff x="0" y="0"/>
          <a:chExt cx="0" cy="0"/>
        </a:xfrm>
      </p:grpSpPr>
      <p:pic>
        <p:nvPicPr>
          <p:cNvPr id="63" name="Google Shape;63;p13"/>
          <p:cNvPicPr preferRelativeResize="0"/>
          <p:nvPr/>
        </p:nvPicPr>
        <p:blipFill rotWithShape="1">
          <a:blip r:embed="rId2"/>
          <a:srcRect/>
          <a:stretch>
            <a:fillRect/>
          </a:stretch>
        </p:blipFill>
        <p:spPr>
          <a:xfrm>
            <a:off x="0" y="0"/>
            <a:ext cx="9902825" cy="6858000"/>
          </a:xfrm>
          <a:prstGeom prst="rect">
            <a:avLst/>
          </a:prstGeom>
          <a:noFill/>
          <a:ln>
            <a:noFill/>
          </a:ln>
        </p:spPr>
      </p:pic>
      <p:cxnSp>
        <p:nvCxnSpPr>
          <p:cNvPr id="64" name="Google Shape;64;p13"/>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65" name="Google Shape;65;p13"/>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panose="020B0604020202020204"/>
              <a:buNone/>
            </a:pPr>
            <a:fld id="{00000000-1234-1234-1234-123412341234}" type="slidenum">
              <a:rPr lang="en-US" sz="900">
                <a:solidFill>
                  <a:srgbClr val="7F7F7F"/>
                </a:solidFill>
                <a:latin typeface="Arial" panose="020B0604020202020204"/>
                <a:ea typeface="Arial" panose="020B0604020202020204"/>
                <a:cs typeface="Arial" panose="020B0604020202020204"/>
                <a:sym typeface="Arial" panose="020B0604020202020204"/>
              </a:rPr>
            </a:fld>
            <a:endParaRPr sz="900">
              <a:solidFill>
                <a:srgbClr val="7F7F7F"/>
              </a:solidFill>
              <a:latin typeface="Arial" panose="020B0604020202020204"/>
              <a:ea typeface="Arial" panose="020B0604020202020204"/>
              <a:cs typeface="Arial" panose="020B0604020202020204"/>
              <a:sym typeface="Arial" panose="020B0604020202020204"/>
            </a:endParaRPr>
          </a:p>
        </p:txBody>
      </p:sp>
      <p:sp>
        <p:nvSpPr>
          <p:cNvPr id="66" name="Google Shape;66;p13"/>
          <p:cNvSpPr/>
          <p:nvPr/>
        </p:nvSpPr>
        <p:spPr>
          <a:xfrm>
            <a:off x="449468" y="6498001"/>
            <a:ext cx="2888788"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b="0">
                <a:solidFill>
                  <a:srgbClr val="7F7F7F"/>
                </a:solidFill>
                <a:latin typeface="Arial" panose="020B0604020202020204"/>
                <a:ea typeface="Arial" panose="020B0604020202020204"/>
                <a:cs typeface="Arial" panose="020B0604020202020204"/>
                <a:sym typeface="Arial" panose="020B0604020202020204"/>
              </a:rPr>
              <a:t>Samsung Innovation Campus</a:t>
            </a:r>
            <a:endParaRPr lang="en-US" sz="1100" b="0">
              <a:solidFill>
                <a:srgbClr val="7F7F7F"/>
              </a:solidFill>
              <a:latin typeface="Arial" panose="020B0604020202020204"/>
              <a:ea typeface="Arial" panose="020B0604020202020204"/>
              <a:cs typeface="Arial" panose="020B0604020202020204"/>
              <a:sym typeface="Arial" panose="020B0604020202020204"/>
            </a:endParaRPr>
          </a:p>
        </p:txBody>
      </p:sp>
      <p:sp>
        <p:nvSpPr>
          <p:cNvPr id="67" name="Google Shape;67;p13"/>
          <p:cNvSpPr txBox="1"/>
          <p:nvPr/>
        </p:nvSpPr>
        <p:spPr>
          <a:xfrm>
            <a:off x="6846858" y="6498001"/>
            <a:ext cx="2349501" cy="138499"/>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900">
                <a:solidFill>
                  <a:srgbClr val="7F7F7F"/>
                </a:solidFill>
                <a:latin typeface="Arial" panose="020B0604020202020204"/>
                <a:ea typeface="Arial" panose="020B0604020202020204"/>
                <a:cs typeface="Arial" panose="020B0604020202020204"/>
                <a:sym typeface="Arial" panose="020B0604020202020204"/>
              </a:rPr>
              <a:t>Project Name</a:t>
            </a:r>
            <a:endParaRPr lang="en-US" sz="900">
              <a:solidFill>
                <a:srgbClr val="7F7F7F"/>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ody">
  <p:cSld name="Body">
    <p:spTree>
      <p:nvGrpSpPr>
        <p:cNvPr id="1" name="Shape 68"/>
        <p:cNvGrpSpPr/>
        <p:nvPr/>
      </p:nvGrpSpPr>
      <p:grpSpPr>
        <a:xfrm>
          <a:off x="0" y="0"/>
          <a:ext cx="0" cy="0"/>
          <a:chOff x="0" y="0"/>
          <a:chExt cx="0" cy="0"/>
        </a:xfrm>
      </p:grpSpPr>
      <p:cxnSp>
        <p:nvCxnSpPr>
          <p:cNvPr id="69" name="Google Shape;69;p14"/>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70" name="Google Shape;70;p14"/>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panose="020B0604020202020204"/>
              <a:buNone/>
            </a:pPr>
            <a:fld id="{00000000-1234-1234-1234-123412341234}" type="slidenum">
              <a:rPr lang="en-US" sz="900">
                <a:solidFill>
                  <a:srgbClr val="7F7F7F"/>
                </a:solidFill>
                <a:latin typeface="Arial" panose="020B0604020202020204"/>
                <a:ea typeface="Arial" panose="020B0604020202020204"/>
                <a:cs typeface="Arial" panose="020B0604020202020204"/>
                <a:sym typeface="Arial" panose="020B0604020202020204"/>
              </a:rPr>
            </a:fld>
            <a:endParaRPr sz="900">
              <a:solidFill>
                <a:srgbClr val="7F7F7F"/>
              </a:solidFill>
              <a:latin typeface="Arial" panose="020B0604020202020204"/>
              <a:ea typeface="Arial" panose="020B0604020202020204"/>
              <a:cs typeface="Arial" panose="020B0604020202020204"/>
              <a:sym typeface="Arial" panose="020B0604020202020204"/>
            </a:endParaRPr>
          </a:p>
        </p:txBody>
      </p:sp>
      <p:sp>
        <p:nvSpPr>
          <p:cNvPr id="71" name="Google Shape;71;p14"/>
          <p:cNvSpPr/>
          <p:nvPr/>
        </p:nvSpPr>
        <p:spPr>
          <a:xfrm>
            <a:off x="449468" y="6498001"/>
            <a:ext cx="2888788"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b="0">
                <a:solidFill>
                  <a:srgbClr val="7F7F7F"/>
                </a:solidFill>
                <a:latin typeface="Arial" panose="020B0604020202020204"/>
                <a:ea typeface="Arial" panose="020B0604020202020204"/>
                <a:cs typeface="Arial" panose="020B0604020202020204"/>
                <a:sym typeface="Arial" panose="020B0604020202020204"/>
              </a:rPr>
              <a:t>Samsung Innovation Campus</a:t>
            </a:r>
            <a:endParaRPr lang="en-US" sz="1100" b="0">
              <a:solidFill>
                <a:srgbClr val="7F7F7F"/>
              </a:solidFill>
              <a:latin typeface="Arial" panose="020B0604020202020204"/>
              <a:ea typeface="Arial" panose="020B0604020202020204"/>
              <a:cs typeface="Arial" panose="020B0604020202020204"/>
              <a:sym typeface="Arial" panose="020B0604020202020204"/>
            </a:endParaRPr>
          </a:p>
        </p:txBody>
      </p:sp>
      <p:cxnSp>
        <p:nvCxnSpPr>
          <p:cNvPr id="72" name="Google Shape;72;p14"/>
          <p:cNvCxnSpPr/>
          <p:nvPr/>
        </p:nvCxnSpPr>
        <p:spPr>
          <a:xfrm>
            <a:off x="449468" y="900000"/>
            <a:ext cx="9000714" cy="0"/>
          </a:xfrm>
          <a:prstGeom prst="straightConnector1">
            <a:avLst/>
          </a:prstGeom>
          <a:noFill/>
          <a:ln w="15875" cap="flat" cmpd="sng">
            <a:solidFill>
              <a:srgbClr val="0924A5"/>
            </a:solidFill>
            <a:prstDash val="solid"/>
            <a:miter lim="800000"/>
            <a:headEnd type="none" w="sm" len="sm"/>
            <a:tailEnd type="none" w="sm" len="sm"/>
          </a:ln>
        </p:spPr>
      </p:cxnSp>
      <p:sp>
        <p:nvSpPr>
          <p:cNvPr id="73" name="Google Shape;73;p14"/>
          <p:cNvSpPr txBox="1"/>
          <p:nvPr/>
        </p:nvSpPr>
        <p:spPr>
          <a:xfrm>
            <a:off x="6846858" y="6498001"/>
            <a:ext cx="2349501" cy="138499"/>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900">
                <a:solidFill>
                  <a:srgbClr val="7F7F7F"/>
                </a:solidFill>
                <a:latin typeface="Arial" panose="020B0604020202020204"/>
                <a:ea typeface="Arial" panose="020B0604020202020204"/>
                <a:cs typeface="Arial" panose="020B0604020202020204"/>
                <a:sym typeface="Arial" panose="020B0604020202020204"/>
              </a:rPr>
              <a:t>Project Name</a:t>
            </a:r>
            <a:endParaRPr lang="en-US" sz="900">
              <a:solidFill>
                <a:srgbClr val="7F7F7F"/>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Body">
  <p:cSld name="1_Body">
    <p:bg>
      <p:bgPr>
        <a:solidFill>
          <a:srgbClr val="F2F2F2"/>
        </a:solidFill>
        <a:effectLst/>
      </p:bgPr>
    </p:bg>
    <p:spTree>
      <p:nvGrpSpPr>
        <p:cNvPr id="1" name="Shape 74"/>
        <p:cNvGrpSpPr/>
        <p:nvPr/>
      </p:nvGrpSpPr>
      <p:grpSpPr>
        <a:xfrm>
          <a:off x="0" y="0"/>
          <a:ext cx="0" cy="0"/>
          <a:chOff x="0" y="0"/>
          <a:chExt cx="0" cy="0"/>
        </a:xfrm>
      </p:grpSpPr>
      <p:pic>
        <p:nvPicPr>
          <p:cNvPr id="75" name="Google Shape;75;p15"/>
          <p:cNvPicPr preferRelativeResize="0"/>
          <p:nvPr/>
        </p:nvPicPr>
        <p:blipFill rotWithShape="1">
          <a:blip r:embed="rId2"/>
          <a:srcRect/>
          <a:stretch>
            <a:fillRect/>
          </a:stretch>
        </p:blipFill>
        <p:spPr>
          <a:xfrm>
            <a:off x="0" y="0"/>
            <a:ext cx="9902825" cy="6858000"/>
          </a:xfrm>
          <a:prstGeom prst="rect">
            <a:avLst/>
          </a:prstGeom>
          <a:noFill/>
          <a:ln>
            <a:noFill/>
          </a:ln>
        </p:spPr>
      </p:pic>
      <p:sp>
        <p:nvSpPr>
          <p:cNvPr id="76" name="Google Shape;76;p15"/>
          <p:cNvSpPr/>
          <p:nvPr/>
        </p:nvSpPr>
        <p:spPr>
          <a:xfrm>
            <a:off x="449468" y="450000"/>
            <a:ext cx="1282022" cy="198000"/>
          </a:xfrm>
          <a:custGeom>
            <a:avLst/>
            <a:gdLst/>
            <a:ahLst/>
            <a:cxnLst/>
            <a:rect l="l" t="t" r="r" b="b"/>
            <a:pathLst>
              <a:path w="2179" h="334" extrusionOk="0">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Clr>
                <a:schemeClr val="dk1"/>
              </a:buClr>
              <a:buSzPts val="1959"/>
              <a:buFont typeface="Arial" panose="020B0604020202020204"/>
              <a:buNone/>
            </a:pPr>
            <a:endParaRPr sz="1960">
              <a:solidFill>
                <a:schemeClr val="dk1"/>
              </a:solidFill>
              <a:latin typeface="Arial" panose="020B0604020202020204"/>
              <a:ea typeface="Arial" panose="020B0604020202020204"/>
              <a:cs typeface="Arial" panose="020B0604020202020204"/>
              <a:sym typeface="Arial" panose="020B0604020202020204"/>
            </a:endParaRPr>
          </a:p>
        </p:txBody>
      </p:sp>
      <p:pic>
        <p:nvPicPr>
          <p:cNvPr id="77" name="Google Shape;77;p15"/>
          <p:cNvPicPr preferRelativeResize="0"/>
          <p:nvPr/>
        </p:nvPicPr>
        <p:blipFill rotWithShape="1">
          <a:blip r:embed="rId3"/>
          <a:srcRect/>
          <a:stretch>
            <a:fillRect/>
          </a:stretch>
        </p:blipFill>
        <p:spPr>
          <a:xfrm>
            <a:off x="4265631" y="6141164"/>
            <a:ext cx="1371564" cy="4500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Break Time Slide">
    <p:spTree>
      <p:nvGrpSpPr>
        <p:cNvPr id="1" name=""/>
        <p:cNvGrpSpPr/>
        <p:nvPr/>
      </p:nvGrpSpPr>
      <p:grpSpPr>
        <a:xfrm>
          <a:off x="0" y="0"/>
          <a:ext cx="0" cy="0"/>
          <a:chOff x="0" y="0"/>
          <a:chExt cx="0" cy="0"/>
        </a:xfrm>
      </p:grpSpPr>
      <p:sp>
        <p:nvSpPr>
          <p:cNvPr id="2" name="슬라이드 번호 개체 틀 15"/>
          <p:cNvSpPr txBox="1"/>
          <p:nvPr userDrawn="1"/>
        </p:nvSpPr>
        <p:spPr>
          <a:xfrm>
            <a:off x="6324398" y="6347711"/>
            <a:ext cx="243335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400" rtl="0" eaLnBrk="1" fontAlgn="auto" latinLnBrk="1" hangingPunct="1">
              <a:lnSpc>
                <a:spcPct val="100000"/>
              </a:lnSpc>
              <a:spcBef>
                <a:spcPts val="0"/>
              </a:spcBef>
              <a:spcAft>
                <a:spcPts val="0"/>
              </a:spcAft>
              <a:buClrTx/>
              <a:buSzTx/>
              <a:buFontTx/>
              <a:buNone/>
              <a:defRPr/>
            </a:pPr>
            <a:r>
              <a:rPr lang="en-US" altLang="ko-KR" sz="1100" kern="1200" dirty="0">
                <a:solidFill>
                  <a:schemeClr val="bg1">
                    <a:lumMod val="50000"/>
                  </a:schemeClr>
                </a:solidFill>
                <a:latin typeface="SamsungSharpSans-Medium" pitchFamily="2" charset="0"/>
                <a:ea typeface="SamsungSharpSans-Medium" pitchFamily="2" charset="0"/>
                <a:cs typeface="SamsungSharpSans-Medium" pitchFamily="2" charset="0"/>
              </a:rPr>
              <a:t>Chapter 2. Math for Data Science</a:t>
            </a:r>
            <a:endParaRPr lang="ko-KR" altLang="en-US" sz="1100" kern="1200" dirty="0">
              <a:solidFill>
                <a:schemeClr val="bg1">
                  <a:lumMod val="50000"/>
                </a:schemeClr>
              </a:solidFill>
              <a:latin typeface="SamsungSharpSans-Medium" pitchFamily="2" charset="0"/>
              <a:ea typeface="SamsungSharpSans-Medium" pitchFamily="2" charset="0"/>
              <a:cs typeface="SamsungSharpSans-Medium" pitchFamily="2" charset="0"/>
            </a:endParaRPr>
          </a:p>
        </p:txBody>
      </p:sp>
      <p:sp>
        <p:nvSpPr>
          <p:cNvPr id="3" name="슬라이드 번호 개체 틀 15"/>
          <p:cNvSpPr txBox="1"/>
          <p:nvPr userDrawn="1"/>
        </p:nvSpPr>
        <p:spPr>
          <a:xfrm>
            <a:off x="8805867" y="6347726"/>
            <a:ext cx="538163" cy="1692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400" rtl="0" eaLnBrk="1" fontAlgn="auto" latinLnBrk="1" hangingPunct="1">
              <a:lnSpc>
                <a:spcPct val="100000"/>
              </a:lnSpc>
              <a:spcBef>
                <a:spcPts val="0"/>
              </a:spcBef>
              <a:spcAft>
                <a:spcPts val="0"/>
              </a:spcAft>
              <a:buClrTx/>
              <a:buSzTx/>
              <a:buFontTx/>
              <a:buNone/>
              <a:defRPr/>
            </a:pPr>
            <a:fld id="{43977B04-C971-4466-AB79-612C9E649B30}" type="slidenum">
              <a:rPr lang="en-US" altLang="ko-KR" sz="1100" smtClean="0">
                <a:latin typeface="SamsungOne 400" panose="020B0503030303020204" pitchFamily="34" charset="0"/>
                <a:ea typeface="SamsungOne 400" panose="020B0503030303020204" pitchFamily="34" charset="0"/>
              </a:rPr>
            </a:fld>
            <a:r>
              <a:rPr lang="en-US" altLang="ko-KR" sz="11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rPr>
              <a:t>/44</a:t>
            </a:r>
            <a:endParaRPr lang="en-US" altLang="ko-KR" sz="11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565319" y="964182"/>
            <a:ext cx="8772188" cy="643294"/>
          </a:xfrm>
        </p:spPr>
        <p:txBody>
          <a:bodyPr/>
          <a:lstStyle>
            <a:lvl1pPr algn="ctr">
              <a:defRPr sz="2600">
                <a:solidFill>
                  <a:schemeClr val="tx1">
                    <a:lumMod val="85000"/>
                    <a:lumOff val="15000"/>
                  </a:schemeClr>
                </a:solidFill>
                <a:latin typeface="+mj-lt"/>
              </a:defRPr>
            </a:lvl1pPr>
          </a:lstStyle>
          <a:p>
            <a:r>
              <a:rPr lang="en-US" dirty="0"/>
              <a:t>Click to add title</a:t>
            </a:r>
            <a:endParaRPr lang="en-US" dirty="0"/>
          </a:p>
        </p:txBody>
      </p:sp>
      <p:sp>
        <p:nvSpPr>
          <p:cNvPr id="3" name="日期占位符 2"/>
          <p:cNvSpPr>
            <a:spLocks noGrp="1"/>
          </p:cNvSpPr>
          <p:nvPr>
            <p:ph type="dt" sz="half" idx="10"/>
            <p:custDataLst>
              <p:tags r:id="rId3"/>
            </p:custDataLst>
          </p:nvPr>
        </p:nvSpPr>
        <p:spPr>
          <a:xfrm>
            <a:off x="497091" y="5772637"/>
            <a:ext cx="2193047" cy="257318"/>
          </a:xfrm>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a:xfrm>
            <a:off x="3343178" y="5772637"/>
            <a:ext cx="3216469" cy="257318"/>
          </a:xfrm>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5"/>
            </p:custDataLst>
          </p:nvPr>
        </p:nvSpPr>
        <p:spPr>
          <a:xfrm>
            <a:off x="7210738" y="5772637"/>
            <a:ext cx="2193047" cy="257318"/>
          </a:xfrm>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0.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3" name="Google Shape;83;p1"/>
          <p:cNvSpPr txBox="1">
            <a:spLocks noGrp="1"/>
          </p:cNvSpPr>
          <p:nvPr>
            <p:ph type="title"/>
          </p:nvPr>
        </p:nvSpPr>
        <p:spPr>
          <a:xfrm>
            <a:off x="720000" y="1710000"/>
            <a:ext cx="5221019" cy="123063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4800"/>
              <a:buFont typeface="Arial" panose="020B0604020202020204"/>
              <a:buNone/>
            </a:pPr>
            <a:r>
              <a:rPr lang="en-US" sz="4000" b="1" dirty="0">
                <a:latin typeface="+mj-lt"/>
                <a:cs typeface="Times New Roman" panose="02020603050405020304" pitchFamily="18" charset="0"/>
              </a:rPr>
              <a:t>Multiplication Table Generator </a:t>
            </a:r>
            <a:endParaRPr sz="4000" b="1" dirty="0">
              <a:latin typeface="+mj-lt"/>
              <a:cs typeface="Times New Roman" panose="02020603050405020304" pitchFamily="18" charset="0"/>
            </a:endParaRPr>
          </a:p>
        </p:txBody>
      </p:sp>
      <p:sp>
        <p:nvSpPr>
          <p:cNvPr id="3" name="Text Placeholder 2"/>
          <p:cNvSpPr/>
          <p:nvPr>
            <p:ph type="body" idx="1"/>
          </p:nvPr>
        </p:nvSpPr>
        <p:spPr>
          <a:xfrm>
            <a:off x="720000" y="3551768"/>
            <a:ext cx="6837808" cy="307340"/>
          </a:xfrm>
        </p:spPr>
        <p:txBody>
          <a:bodyPr/>
          <a:p>
            <a:r>
              <a:rPr lang="en-US" sz="2000" b="1">
                <a:solidFill>
                  <a:schemeClr val="tx1"/>
                </a:solidFill>
              </a:rPr>
              <a:t>TEAM NAME :- </a:t>
            </a:r>
            <a:r>
              <a:rPr lang="en-US" sz="2000">
                <a:solidFill>
                  <a:schemeClr val="tx1"/>
                </a:solidFill>
              </a:rPr>
              <a:t>SIC-25-26-Team142</a:t>
            </a:r>
            <a:endParaRPr lang="en-US" sz="200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grpSp>
        <p:nvGrpSpPr>
          <p:cNvPr id="88" name="Google Shape;88;p2"/>
          <p:cNvGrpSpPr/>
          <p:nvPr/>
        </p:nvGrpSpPr>
        <p:grpSpPr>
          <a:xfrm>
            <a:off x="975983" y="1163818"/>
            <a:ext cx="7732819" cy="5121459"/>
            <a:chOff x="4181256" y="3224809"/>
            <a:chExt cx="7280225" cy="4226525"/>
          </a:xfrm>
        </p:grpSpPr>
        <p:sp>
          <p:nvSpPr>
            <p:cNvPr id="89" name="Google Shape;89;p2"/>
            <p:cNvSpPr/>
            <p:nvPr/>
          </p:nvSpPr>
          <p:spPr>
            <a:xfrm>
              <a:off x="4364136" y="3252774"/>
              <a:ext cx="4197033" cy="25399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i="0" u="none" strike="noStrike" cap="none" dirty="0">
                  <a:solidFill>
                    <a:schemeClr val="tx1">
                      <a:lumMod val="50000"/>
                      <a:lumOff val="50000"/>
                    </a:schemeClr>
                  </a:solidFill>
                  <a:latin typeface="+mj-lt"/>
                  <a:cs typeface="Times New Roman" panose="02020603050405020304" pitchFamily="18" charset="0"/>
                  <a:sym typeface="Arial" panose="020B0604020202020204"/>
                </a:rPr>
                <a:t>About our </a:t>
              </a:r>
              <a:r>
                <a:rPr lang="en-US" sz="1800" i="0" u="none" strike="noStrike" cap="none" dirty="0">
                  <a:solidFill>
                    <a:schemeClr val="tx1">
                      <a:lumMod val="50000"/>
                      <a:lumOff val="50000"/>
                    </a:schemeClr>
                  </a:solidFill>
                  <a:latin typeface="+mj-lt"/>
                  <a:cs typeface="Times New Roman" panose="02020603050405020304" pitchFamily="18" charset="0"/>
                  <a:sym typeface="Arial" panose="020B0604020202020204"/>
                </a:rPr>
                <a:t>Team</a:t>
              </a:r>
              <a:endParaRPr sz="1800" dirty="0">
                <a:solidFill>
                  <a:schemeClr val="tx1">
                    <a:lumMod val="50000"/>
                    <a:lumOff val="50000"/>
                  </a:schemeClr>
                </a:solidFill>
                <a:latin typeface="+mj-lt"/>
                <a:cs typeface="Times New Roman" panose="02020603050405020304" pitchFamily="18" charset="0"/>
              </a:endParaRPr>
            </a:p>
          </p:txBody>
        </p:sp>
        <p:sp>
          <p:nvSpPr>
            <p:cNvPr id="90" name="Google Shape;90;p2"/>
            <p:cNvSpPr/>
            <p:nvPr/>
          </p:nvSpPr>
          <p:spPr>
            <a:xfrm>
              <a:off x="4181256" y="3224809"/>
              <a:ext cx="36000" cy="252000"/>
            </a:xfrm>
            <a:prstGeom prst="rect">
              <a:avLst/>
            </a:prstGeom>
            <a:solidFill>
              <a:srgbClr val="193E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91" name="Google Shape;91;p2"/>
            <p:cNvSpPr/>
            <p:nvPr/>
          </p:nvSpPr>
          <p:spPr>
            <a:xfrm>
              <a:off x="4364136" y="3641572"/>
              <a:ext cx="7097345" cy="3809762"/>
            </a:xfrm>
            <a:prstGeom prst="rect">
              <a:avLst/>
            </a:prstGeom>
            <a:noFill/>
            <a:ln>
              <a:noFill/>
            </a:ln>
          </p:spPr>
          <p:txBody>
            <a:bodyPr spcFirstLastPara="1" wrap="square" lIns="0" tIns="0" rIns="0" bIns="0" anchor="t" anchorCtr="0">
              <a:spAutoFit/>
            </a:bodyPr>
            <a:lstStyle/>
            <a:p>
              <a:pPr lvl="0">
                <a:lnSpc>
                  <a:spcPct val="250000"/>
                </a:lnSpc>
              </a:pPr>
              <a:r>
                <a:rPr lang="en-IN" sz="1200" b="1" dirty="0">
                  <a:solidFill>
                    <a:schemeClr val="tx1"/>
                  </a:solidFill>
                  <a:latin typeface="+mj-lt"/>
                  <a:cs typeface="Times New Roman" panose="02020603050405020304" pitchFamily="18" charset="0"/>
                </a:rPr>
                <a:t>TEAM NAME :-  </a:t>
              </a:r>
              <a:r>
                <a:rPr lang="en-IN" sz="1200" dirty="0">
                  <a:solidFill>
                    <a:schemeClr val="tx1"/>
                  </a:solidFill>
                  <a:latin typeface="+mj-lt"/>
                  <a:cs typeface="Times New Roman" panose="02020603050405020304" pitchFamily="18" charset="0"/>
                </a:rPr>
                <a:t>SIC-25-26- Team</a:t>
              </a:r>
              <a:r>
                <a:rPr lang="en-US" altLang="en-IN" sz="1200" dirty="0">
                  <a:solidFill>
                    <a:schemeClr val="tx1"/>
                  </a:solidFill>
                  <a:latin typeface="+mj-lt"/>
                  <a:cs typeface="Times New Roman" panose="02020603050405020304" pitchFamily="18" charset="0"/>
                </a:rPr>
                <a:t>142</a:t>
              </a:r>
              <a:endParaRPr lang="en-IN" sz="1200" b="1" dirty="0">
                <a:solidFill>
                  <a:schemeClr val="tx1"/>
                </a:solidFill>
                <a:latin typeface="+mj-lt"/>
                <a:cs typeface="Times New Roman" panose="02020603050405020304" pitchFamily="18" charset="0"/>
              </a:endParaRPr>
            </a:p>
            <a:p>
              <a:pPr lvl="0">
                <a:lnSpc>
                  <a:spcPct val="250000"/>
                </a:lnSpc>
              </a:pPr>
              <a:r>
                <a:rPr lang="en-IN" sz="1200" b="1" dirty="0">
                  <a:solidFill>
                    <a:schemeClr val="tx1"/>
                  </a:solidFill>
                  <a:latin typeface="+mj-lt"/>
                  <a:cs typeface="Times New Roman" panose="02020603050405020304" pitchFamily="18" charset="0"/>
                </a:rPr>
                <a:t>PROJECT TITLE  :- </a:t>
              </a:r>
              <a:r>
                <a:rPr lang="en-US" altLang="en-IN" sz="1200" b="1" dirty="0">
                  <a:solidFill>
                    <a:schemeClr val="tx1"/>
                  </a:solidFill>
                  <a:latin typeface="+mj-lt"/>
                  <a:cs typeface="Times New Roman" panose="02020603050405020304" pitchFamily="18" charset="0"/>
                </a:rPr>
                <a:t> </a:t>
              </a:r>
              <a:r>
                <a:rPr lang="en-US" altLang="en-IN" sz="1200" dirty="0">
                  <a:solidFill>
                    <a:schemeClr val="tx1"/>
                  </a:solidFill>
                  <a:latin typeface="+mj-lt"/>
                  <a:cs typeface="Times New Roman" panose="02020603050405020304" pitchFamily="18" charset="0"/>
                </a:rPr>
                <a:t>Multiplication Table Generator using  Python Tkinter</a:t>
              </a:r>
              <a:r>
                <a:rPr lang="en-US" sz="1200" b="1" dirty="0">
                  <a:solidFill>
                    <a:schemeClr val="lt1"/>
                  </a:solidFill>
                  <a:latin typeface="Arial" panose="020B0604020202020204" pitchFamily="34" charset="0"/>
                  <a:cs typeface="Arial" panose="020B0604020202020204" pitchFamily="34" charset="0"/>
                  <a:sym typeface="Arial" panose="020B0604020202020204"/>
                </a:rPr>
                <a:t>ultiplication Table Gelication Tablet</a:t>
              </a:r>
              <a:endParaRPr lang="en-IN" sz="1200" dirty="0">
                <a:solidFill>
                  <a:schemeClr val="tx1"/>
                </a:solidFill>
                <a:latin typeface="+mj-lt"/>
                <a:cs typeface="Times New Roman" panose="02020603050405020304" pitchFamily="18" charset="0"/>
              </a:endParaRPr>
            </a:p>
            <a:p>
              <a:pPr lvl="0">
                <a:lnSpc>
                  <a:spcPct val="250000"/>
                </a:lnSpc>
              </a:pPr>
              <a:r>
                <a:rPr lang="en-IN" sz="1200" b="1" dirty="0">
                  <a:solidFill>
                    <a:schemeClr val="tx1"/>
                  </a:solidFill>
                  <a:latin typeface="+mj-lt"/>
                  <a:cs typeface="Times New Roman" panose="02020603050405020304" pitchFamily="18" charset="0"/>
                </a:rPr>
                <a:t>TEAM  MEMBERS  &amp; ROLES</a:t>
              </a:r>
              <a:endParaRPr lang="en-IN" sz="1200" b="1" dirty="0">
                <a:solidFill>
                  <a:schemeClr val="tx1"/>
                </a:solidFill>
                <a:latin typeface="+mj-lt"/>
                <a:cs typeface="Times New Roman" panose="02020603050405020304" pitchFamily="18" charset="0"/>
              </a:endParaRPr>
            </a:p>
            <a:p>
              <a:pPr lvl="0">
                <a:lnSpc>
                  <a:spcPct val="250000"/>
                </a:lnSpc>
              </a:pPr>
              <a:r>
                <a:rPr lang="en-IN" sz="1200" b="1" dirty="0">
                  <a:solidFill>
                    <a:schemeClr val="tx1"/>
                  </a:solidFill>
                  <a:latin typeface="+mj-lt"/>
                  <a:cs typeface="Times New Roman" panose="02020603050405020304" pitchFamily="18" charset="0"/>
                </a:rPr>
                <a:t>TEAM LEADER :- </a:t>
              </a:r>
              <a:r>
                <a:rPr lang="en-IN" sz="1200" dirty="0">
                  <a:solidFill>
                    <a:schemeClr val="tx1"/>
                  </a:solidFill>
                  <a:latin typeface="+mj-lt"/>
                  <a:cs typeface="Times New Roman" panose="02020603050405020304" pitchFamily="18" charset="0"/>
                </a:rPr>
                <a:t> Ms. </a:t>
              </a:r>
              <a:r>
                <a:rPr lang="en-US" altLang="en-IN" sz="1200" dirty="0">
                  <a:solidFill>
                    <a:schemeClr val="tx1"/>
                  </a:solidFill>
                  <a:latin typeface="+mj-lt"/>
                  <a:cs typeface="Times New Roman" panose="02020603050405020304" pitchFamily="18" charset="0"/>
                </a:rPr>
                <a:t>Deepali Sandhu</a:t>
              </a:r>
              <a:endParaRPr lang="en-IN" sz="1200" dirty="0">
                <a:solidFill>
                  <a:schemeClr val="tx1"/>
                </a:solidFill>
                <a:latin typeface="+mj-lt"/>
                <a:cs typeface="Times New Roman" panose="02020603050405020304" pitchFamily="18" charset="0"/>
              </a:endParaRPr>
            </a:p>
            <a:p>
              <a:pPr lvl="0">
                <a:lnSpc>
                  <a:spcPct val="250000"/>
                </a:lnSpc>
              </a:pPr>
              <a:r>
                <a:rPr lang="en-IN" sz="1200" b="1" dirty="0">
                  <a:solidFill>
                    <a:schemeClr val="tx1"/>
                  </a:solidFill>
                  <a:latin typeface="+mj-lt"/>
                  <a:cs typeface="Times New Roman" panose="02020603050405020304" pitchFamily="18" charset="0"/>
                </a:rPr>
                <a:t>MODEL BUIDER :- </a:t>
              </a:r>
              <a:r>
                <a:rPr lang="en-IN" sz="1200" dirty="0">
                  <a:solidFill>
                    <a:schemeClr val="tx1"/>
                  </a:solidFill>
                  <a:latin typeface="+mj-lt"/>
                  <a:cs typeface="Times New Roman" panose="02020603050405020304" pitchFamily="18" charset="0"/>
                </a:rPr>
                <a:t>Mr. </a:t>
              </a:r>
              <a:r>
                <a:rPr lang="en-US" altLang="en-IN" sz="1200" dirty="0">
                  <a:solidFill>
                    <a:schemeClr val="tx1"/>
                  </a:solidFill>
                  <a:latin typeface="+mj-lt"/>
                  <a:cs typeface="Times New Roman" panose="02020603050405020304" pitchFamily="18" charset="0"/>
                </a:rPr>
                <a:t>Shivansh Sapehia</a:t>
              </a:r>
              <a:endParaRPr lang="en-IN" sz="1200" dirty="0">
                <a:solidFill>
                  <a:schemeClr val="tx1"/>
                </a:solidFill>
                <a:latin typeface="+mj-lt"/>
                <a:cs typeface="Times New Roman" panose="02020603050405020304" pitchFamily="18" charset="0"/>
              </a:endParaRPr>
            </a:p>
            <a:p>
              <a:pPr lvl="0">
                <a:lnSpc>
                  <a:spcPct val="250000"/>
                </a:lnSpc>
              </a:pPr>
              <a:r>
                <a:rPr lang="en-IN" sz="1200" b="1" dirty="0">
                  <a:solidFill>
                    <a:schemeClr val="tx1"/>
                  </a:solidFill>
                  <a:latin typeface="+mj-lt"/>
                  <a:cs typeface="Times New Roman" panose="02020603050405020304" pitchFamily="18" charset="0"/>
                </a:rPr>
                <a:t>DATA LEAD :- </a:t>
              </a:r>
              <a:r>
                <a:rPr lang="en-IN" sz="1200" dirty="0">
                  <a:solidFill>
                    <a:schemeClr val="tx1"/>
                  </a:solidFill>
                  <a:latin typeface="+mj-lt"/>
                  <a:cs typeface="Times New Roman" panose="02020603050405020304" pitchFamily="18" charset="0"/>
                </a:rPr>
                <a:t> </a:t>
              </a:r>
              <a:r>
                <a:rPr lang="en-IN" sz="1200" dirty="0" err="1">
                  <a:solidFill>
                    <a:schemeClr val="tx1"/>
                  </a:solidFill>
                  <a:latin typeface="+mj-lt"/>
                  <a:cs typeface="Times New Roman" panose="02020603050405020304" pitchFamily="18" charset="0"/>
                </a:rPr>
                <a:t>Mr.</a:t>
              </a:r>
              <a:r>
                <a:rPr lang="en-US" altLang="en-IN" sz="1200" dirty="0" err="1">
                  <a:solidFill>
                    <a:schemeClr val="tx1"/>
                  </a:solidFill>
                  <a:latin typeface="+mj-lt"/>
                  <a:cs typeface="Times New Roman" panose="02020603050405020304" pitchFamily="18" charset="0"/>
                </a:rPr>
                <a:t>Varun Singh  Pathania</a:t>
              </a:r>
              <a:endParaRPr lang="en-IN" sz="1200" dirty="0">
                <a:solidFill>
                  <a:schemeClr val="tx1"/>
                </a:solidFill>
                <a:latin typeface="+mj-lt"/>
                <a:cs typeface="Times New Roman" panose="02020603050405020304" pitchFamily="18" charset="0"/>
              </a:endParaRPr>
            </a:p>
            <a:p>
              <a:pPr lvl="0">
                <a:lnSpc>
                  <a:spcPct val="250000"/>
                </a:lnSpc>
              </a:pPr>
              <a:r>
                <a:rPr lang="en-IN" sz="1200" b="1" dirty="0">
                  <a:solidFill>
                    <a:schemeClr val="tx1"/>
                  </a:solidFill>
                  <a:latin typeface="+mj-lt"/>
                  <a:cs typeface="Times New Roman" panose="02020603050405020304" pitchFamily="18" charset="0"/>
                </a:rPr>
                <a:t>RESEARCH  &amp; TESTING :- </a:t>
              </a:r>
              <a:r>
                <a:rPr lang="en-IN" sz="1200" dirty="0">
                  <a:solidFill>
                    <a:schemeClr val="tx1"/>
                  </a:solidFill>
                  <a:latin typeface="+mj-lt"/>
                  <a:cs typeface="Times New Roman" panose="02020603050405020304" pitchFamily="18" charset="0"/>
                </a:rPr>
                <a:t>M</a:t>
              </a:r>
              <a:r>
                <a:rPr lang="en-US" altLang="en-IN" sz="1200" dirty="0">
                  <a:solidFill>
                    <a:schemeClr val="tx1"/>
                  </a:solidFill>
                  <a:latin typeface="+mj-lt"/>
                  <a:cs typeface="Times New Roman" panose="02020603050405020304" pitchFamily="18" charset="0"/>
                </a:rPr>
                <a:t>s. Diksha Kumari</a:t>
              </a:r>
              <a:endParaRPr lang="en-IN" sz="1200" dirty="0">
                <a:solidFill>
                  <a:schemeClr val="tx1"/>
                </a:solidFill>
                <a:latin typeface="+mj-lt"/>
                <a:cs typeface="Times New Roman" panose="02020603050405020304" pitchFamily="18" charset="0"/>
              </a:endParaRPr>
            </a:p>
            <a:p>
              <a:pPr lvl="0">
                <a:lnSpc>
                  <a:spcPct val="250000"/>
                </a:lnSpc>
              </a:pPr>
              <a:r>
                <a:rPr lang="en-IN" sz="1200" b="1" dirty="0">
                  <a:solidFill>
                    <a:schemeClr val="tx1"/>
                  </a:solidFill>
                  <a:latin typeface="+mj-lt"/>
                  <a:cs typeface="Times New Roman" panose="02020603050405020304" pitchFamily="18" charset="0"/>
                </a:rPr>
                <a:t>PRESENTATION &amp; DEMO :- </a:t>
              </a:r>
              <a:r>
                <a:rPr lang="en-IN" sz="1200" dirty="0">
                  <a:solidFill>
                    <a:schemeClr val="tx1"/>
                  </a:solidFill>
                  <a:latin typeface="+mj-lt"/>
                  <a:cs typeface="Times New Roman" panose="02020603050405020304" pitchFamily="18" charset="0"/>
                </a:rPr>
                <a:t> </a:t>
              </a:r>
              <a:r>
                <a:rPr lang="en-IN" sz="1200" dirty="0" err="1">
                  <a:solidFill>
                    <a:schemeClr val="tx1"/>
                  </a:solidFill>
                  <a:latin typeface="+mj-lt"/>
                  <a:cs typeface="Times New Roman" panose="02020603050405020304" pitchFamily="18" charset="0"/>
                </a:rPr>
                <a:t>M</a:t>
              </a:r>
              <a:r>
                <a:rPr lang="en-US" altLang="en-IN" sz="1200" dirty="0" err="1">
                  <a:solidFill>
                    <a:schemeClr val="tx1"/>
                  </a:solidFill>
                  <a:latin typeface="+mj-lt"/>
                  <a:cs typeface="Times New Roman" panose="02020603050405020304" pitchFamily="18" charset="0"/>
                </a:rPr>
                <a:t>s. Gargi Sharma</a:t>
              </a:r>
              <a:endParaRPr lang="en-IN" sz="1200" dirty="0">
                <a:solidFill>
                  <a:schemeClr val="tx1"/>
                </a:solidFill>
                <a:latin typeface="+mj-lt"/>
                <a:cs typeface="Times New Roman" panose="02020603050405020304" pitchFamily="18" charset="0"/>
              </a:endParaRPr>
            </a:p>
            <a:p>
              <a:pPr lvl="0">
                <a:lnSpc>
                  <a:spcPct val="250000"/>
                </a:lnSpc>
              </a:pPr>
              <a:r>
                <a:rPr lang="en-IN" sz="1200" b="1" dirty="0">
                  <a:solidFill>
                    <a:schemeClr val="tx1"/>
                  </a:solidFill>
                  <a:latin typeface="+mj-lt"/>
                  <a:cs typeface="Times New Roman" panose="02020603050405020304" pitchFamily="18" charset="0"/>
                </a:rPr>
                <a:t>COURSE :- </a:t>
              </a:r>
              <a:r>
                <a:rPr lang="en-IN" sz="1200" dirty="0">
                  <a:solidFill>
                    <a:schemeClr val="tx1"/>
                  </a:solidFill>
                  <a:latin typeface="+mj-lt"/>
                  <a:cs typeface="Times New Roman" panose="02020603050405020304" pitchFamily="18" charset="0"/>
                </a:rPr>
                <a:t> SIC Coding &amp; Programming</a:t>
              </a:r>
              <a:endParaRPr lang="en-IN" sz="1200" dirty="0">
                <a:solidFill>
                  <a:schemeClr val="tx1"/>
                </a:solidFill>
                <a:latin typeface="+mj-lt"/>
                <a:cs typeface="Times New Roman" panose="02020603050405020304" pitchFamily="18" charset="0"/>
              </a:endParaRPr>
            </a:p>
            <a:p>
              <a:pPr lvl="0">
                <a:lnSpc>
                  <a:spcPct val="250000"/>
                </a:lnSpc>
              </a:pPr>
              <a:r>
                <a:rPr lang="en-IN" sz="1200" b="1" dirty="0">
                  <a:solidFill>
                    <a:schemeClr val="tx1"/>
                  </a:solidFill>
                  <a:latin typeface="+mj-lt"/>
                  <a:cs typeface="Times New Roman" panose="02020603050405020304" pitchFamily="18" charset="0"/>
                </a:rPr>
                <a:t>COLLEGE  &amp; BATCH CODE :- </a:t>
              </a:r>
              <a:r>
                <a:rPr lang="en-IN" sz="1200" dirty="0">
                  <a:solidFill>
                    <a:schemeClr val="tx1"/>
                  </a:solidFill>
                  <a:latin typeface="+mj-lt"/>
                  <a:cs typeface="Times New Roman" panose="02020603050405020304" pitchFamily="18" charset="0"/>
                </a:rPr>
                <a:t>Rayat Bahra University &amp; Batch-</a:t>
              </a:r>
              <a:r>
                <a:rPr lang="en-US" altLang="en-IN" sz="1200" dirty="0">
                  <a:solidFill>
                    <a:schemeClr val="tx1"/>
                  </a:solidFill>
                  <a:latin typeface="+mj-lt"/>
                  <a:cs typeface="Times New Roman" panose="02020603050405020304" pitchFamily="18" charset="0"/>
                </a:rPr>
                <a:t>2(25038)</a:t>
              </a:r>
              <a:r>
                <a:rPr lang="en-IN" sz="1200" dirty="0">
                  <a:solidFill>
                    <a:schemeClr val="tx1"/>
                  </a:solidFill>
                  <a:latin typeface="+mj-lt"/>
                  <a:cs typeface="Times New Roman" panose="02020603050405020304" pitchFamily="18" charset="0"/>
                </a:rPr>
                <a:t> </a:t>
              </a:r>
              <a:endParaRPr lang="en-IN" sz="1200" dirty="0">
                <a:solidFill>
                  <a:schemeClr val="tx1"/>
                </a:solidFill>
                <a:latin typeface="+mj-lt"/>
                <a:cs typeface="Times New Roman" panose="02020603050405020304" pitchFamily="18" charset="0"/>
              </a:endParaRPr>
            </a:p>
          </p:txBody>
        </p:sp>
      </p:grpSp>
      <p:sp>
        <p:nvSpPr>
          <p:cNvPr id="2" name="Text Box 1"/>
          <p:cNvSpPr txBox="1"/>
          <p:nvPr/>
        </p:nvSpPr>
        <p:spPr>
          <a:xfrm>
            <a:off x="2474595" y="3198495"/>
            <a:ext cx="4953000" cy="460375"/>
          </a:xfrm>
          <a:prstGeom prst="rect">
            <a:avLst/>
          </a:prstGeom>
          <a:noFill/>
        </p:spPr>
        <p:txBody>
          <a:bodyPr wrap="square" rtlCol="0" anchor="t">
            <a:spAutoFit/>
          </a:bodyPr>
          <a:p>
            <a:pPr marL="0" marR="0" lvl="0" indent="0" algn="l" rtl="0">
              <a:spcBef>
                <a:spcPts val="0"/>
              </a:spcBef>
              <a:spcAft>
                <a:spcPts val="0"/>
              </a:spcAft>
              <a:buNone/>
            </a:pPr>
            <a:r>
              <a:rPr lang="en-US" sz="2400" dirty="0">
                <a:solidFill>
                  <a:schemeClr val="lt1"/>
                </a:solidFill>
                <a:latin typeface="Times New Roman" panose="02020603050405020304" pitchFamily="18" charset="0"/>
                <a:cs typeface="Times New Roman" panose="02020603050405020304" pitchFamily="18" charset="0"/>
                <a:sym typeface="Arial" panose="020B0604020202020204"/>
              </a:rPr>
              <a:t>Multiplication Table Generator</a:t>
            </a:r>
            <a:endParaRPr lang="en-US" sz="2400" dirty="0">
              <a:solidFill>
                <a:schemeClr val="lt1"/>
              </a:solidFill>
              <a:latin typeface="Times New Roman" panose="02020603050405020304" pitchFamily="18" charset="0"/>
              <a:cs typeface="Times New Roman" panose="02020603050405020304" pitchFamily="18" charset="0"/>
              <a:sym typeface="Arial" panose="020B0604020202020204"/>
            </a:endParaRPr>
          </a:p>
        </p:txBody>
      </p:sp>
      <p:sp>
        <p:nvSpPr>
          <p:cNvPr id="3" name="Text Box 2"/>
          <p:cNvSpPr txBox="1"/>
          <p:nvPr/>
        </p:nvSpPr>
        <p:spPr>
          <a:xfrm>
            <a:off x="304165" y="227965"/>
            <a:ext cx="5814695" cy="661035"/>
          </a:xfrm>
          <a:prstGeom prst="rect">
            <a:avLst/>
          </a:prstGeom>
          <a:noFill/>
        </p:spPr>
        <p:txBody>
          <a:bodyPr wrap="square" rtlCol="0">
            <a:noAutofit/>
          </a:bodyPr>
          <a:p>
            <a:r>
              <a:rPr lang="en-US" sz="2000" b="1" dirty="0">
                <a:solidFill>
                  <a:schemeClr val="lt1"/>
                </a:solidFill>
                <a:latin typeface="Arial" panose="020B0604020202020204" pitchFamily="34" charset="0"/>
                <a:cs typeface="Arial" panose="020B0604020202020204" pitchFamily="34" charset="0"/>
                <a:sym typeface="Arial" panose="020B0604020202020204"/>
              </a:rPr>
              <a:t>Multiplication Table Generator</a:t>
            </a:r>
            <a:endParaRPr lang="en-US" sz="2000" b="1" dirty="0">
              <a:solidFill>
                <a:schemeClr val="lt1"/>
              </a:solidFill>
              <a:latin typeface="Arial" panose="020B0604020202020204" pitchFamily="34" charset="0"/>
              <a:cs typeface="Arial" panose="020B0604020202020204" pitchFamily="34" charset="0"/>
              <a:sym typeface="Arial" panose="020B0604020202020204"/>
            </a:endParaRPr>
          </a:p>
          <a:p>
            <a:endParaRPr lang="en-US" sz="2000" b="1">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grpSp>
        <p:nvGrpSpPr>
          <p:cNvPr id="88" name="Google Shape;88;p2"/>
          <p:cNvGrpSpPr/>
          <p:nvPr/>
        </p:nvGrpSpPr>
        <p:grpSpPr>
          <a:xfrm>
            <a:off x="710836" y="1275706"/>
            <a:ext cx="4379913" cy="307777"/>
            <a:chOff x="4181256" y="3210593"/>
            <a:chExt cx="4379913" cy="307777"/>
          </a:xfrm>
        </p:grpSpPr>
        <p:sp>
          <p:nvSpPr>
            <p:cNvPr id="89" name="Google Shape;89;p2"/>
            <p:cNvSpPr/>
            <p:nvPr/>
          </p:nvSpPr>
          <p:spPr>
            <a:xfrm>
              <a:off x="4364136" y="3210593"/>
              <a:ext cx="4197033"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i="0" u="none" strike="noStrike" cap="none" dirty="0">
                  <a:solidFill>
                    <a:srgbClr val="3F3F3F"/>
                  </a:solidFill>
                  <a:latin typeface="Times New Roman" panose="02020603050405020304" pitchFamily="18" charset="0"/>
                  <a:cs typeface="Times New Roman" panose="02020603050405020304" pitchFamily="18" charset="0"/>
                  <a:sym typeface="Arial" panose="020B0604020202020204"/>
                </a:rPr>
                <a:t>Problem Statement</a:t>
              </a:r>
              <a:endParaRPr sz="2000" b="1" dirty="0">
                <a:latin typeface="Times New Roman" panose="02020603050405020304" pitchFamily="18" charset="0"/>
                <a:cs typeface="Times New Roman" panose="02020603050405020304" pitchFamily="18" charset="0"/>
              </a:endParaRPr>
            </a:p>
          </p:txBody>
        </p:sp>
        <p:sp>
          <p:nvSpPr>
            <p:cNvPr id="90" name="Google Shape;90;p2"/>
            <p:cNvSpPr/>
            <p:nvPr/>
          </p:nvSpPr>
          <p:spPr>
            <a:xfrm>
              <a:off x="4181256" y="3224809"/>
              <a:ext cx="36000" cy="252000"/>
            </a:xfrm>
            <a:prstGeom prst="rect">
              <a:avLst/>
            </a:prstGeom>
            <a:solidFill>
              <a:srgbClr val="193E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sp>
        <p:nvSpPr>
          <p:cNvPr id="100" name="Google Shape;100;p2"/>
          <p:cNvSpPr/>
          <p:nvPr/>
        </p:nvSpPr>
        <p:spPr>
          <a:xfrm>
            <a:off x="710836" y="357668"/>
            <a:ext cx="8508320"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dirty="0">
                <a:solidFill>
                  <a:schemeClr val="lt1"/>
                </a:solidFill>
                <a:latin typeface="Arial" panose="020B0604020202020204" pitchFamily="34" charset="0"/>
                <a:cs typeface="Arial" panose="020B0604020202020204" pitchFamily="34" charset="0"/>
                <a:sym typeface="Arial" panose="020B0604020202020204"/>
              </a:rPr>
              <a:t>Multiplication Table Generator</a:t>
            </a:r>
            <a:endParaRPr lang="en-US" sz="2400" dirty="0">
              <a:solidFill>
                <a:schemeClr val="lt1"/>
              </a:solidFill>
              <a:latin typeface="Arial" panose="020B0604020202020204" pitchFamily="34" charset="0"/>
              <a:cs typeface="Arial" panose="020B0604020202020204" pitchFamily="34" charset="0"/>
              <a:sym typeface="Arial" panose="020B0604020202020204"/>
            </a:endParaRPr>
          </a:p>
        </p:txBody>
      </p:sp>
      <p:sp>
        <p:nvSpPr>
          <p:cNvPr id="5" name="Rectangle 4"/>
          <p:cNvSpPr>
            <a:spLocks noChangeArrowheads="1"/>
          </p:cNvSpPr>
          <p:nvPr/>
        </p:nvSpPr>
        <p:spPr bwMode="auto">
          <a:xfrm>
            <a:off x="893445" y="1877695"/>
            <a:ext cx="7548245" cy="408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285750" marR="0" lvl="0" indent="-285750" algn="l" defTabSz="914400" rtl="0" eaLnBrk="0" fontAlgn="base" latinLnBrk="0" hangingPunct="0">
              <a:lnSpc>
                <a:spcPct val="250000"/>
              </a:lnSpc>
              <a:spcBef>
                <a:spcPct val="0"/>
              </a:spcBef>
              <a:spcAft>
                <a:spcPct val="0"/>
              </a:spcAft>
              <a:buClrTx/>
              <a:buSzTx/>
              <a:buFont typeface="Arial" panose="020B0604020202020204" pitchFamily="34" charset="0"/>
              <a:buChar char="•"/>
            </a:pPr>
            <a:r>
              <a:rPr kumimoji="0" lang="en-US" altLang="en-US" b="1" i="0" u="none" strike="noStrike" cap="none" normalizeH="0" baseline="0" dirty="0">
                <a:ln>
                  <a:noFill/>
                </a:ln>
                <a:solidFill>
                  <a:schemeClr val="tx1"/>
                </a:solidFill>
                <a:effectLst/>
                <a:latin typeface="Arial" panose="020B0604020202020204" pitchFamily="34" charset="0"/>
              </a:rPr>
              <a:t>What real-world problem are you solving?</a:t>
            </a:r>
            <a:endParaRPr kumimoji="0" lang="en-US" altLang="en-US" b="1"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250000"/>
              </a:lnSpc>
              <a:spcBef>
                <a:spcPct val="0"/>
              </a:spcBef>
              <a:spcAft>
                <a:spcPct val="0"/>
              </a:spcAft>
              <a:buClrTx/>
              <a:buSzTx/>
            </a:pPr>
            <a:r>
              <a:rPr kumimoji="0" lang="en-US" altLang="en-US" sz="1200" b="0" i="0" u="none" strike="noStrike" cap="none" normalizeH="0" baseline="0" dirty="0">
                <a:ln>
                  <a:noFill/>
                </a:ln>
                <a:solidFill>
                  <a:schemeClr val="tx1"/>
                </a:solidFill>
                <a:effectLst/>
                <a:latin typeface="Arial" panose="020B0604020202020204" pitchFamily="34" charset="0"/>
              </a:rPr>
              <a:t>Students often need to repeatedly write multiplication tables while learning mathematics. This manual process takes time and may lead to mistakes. The Multiplication Table Generator solves this by automatically producing tables for any input number through a simple graphical interface, saving effort and improving accuracy. It is especially useful for school students and beginners learning programming conceptst.</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250000"/>
              </a:lnSpc>
              <a:spcBef>
                <a:spcPct val="0"/>
              </a:spcBef>
              <a:spcAft>
                <a:spcPct val="0"/>
              </a:spcAft>
              <a:buClrTx/>
              <a:buSzTx/>
              <a:buFont typeface="Arial" panose="020B0604020202020204" pitchFamily="34" charset="0"/>
              <a:buChar char="•"/>
            </a:pPr>
            <a:r>
              <a:rPr kumimoji="0" lang="en-US" altLang="en-US" b="1" i="0" u="none" strike="noStrike" cap="none" normalizeH="0" baseline="0" dirty="0">
                <a:ln>
                  <a:noFill/>
                </a:ln>
                <a:solidFill>
                  <a:schemeClr val="tx1"/>
                </a:solidFill>
                <a:effectLst/>
                <a:latin typeface="Arial" panose="020B0604020202020204" pitchFamily="34" charset="0"/>
              </a:rPr>
              <a:t>Who is affected by this problem?</a:t>
            </a:r>
            <a:endParaRPr kumimoji="0" lang="en-US" altLang="en-US" b="1"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250000"/>
              </a:lnSpc>
              <a:spcBef>
                <a:spcPct val="0"/>
              </a:spcBef>
              <a:spcAft>
                <a:spcPct val="0"/>
              </a:spcAft>
              <a:buClrTx/>
              <a:buSzTx/>
            </a:pPr>
            <a:r>
              <a:rPr kumimoji="0" lang="en-US" altLang="en-US" b="0" i="0" u="none" strike="noStrike" cap="none" normalizeH="0" baseline="0" dirty="0">
                <a:ln>
                  <a:noFill/>
                </a:ln>
                <a:solidFill>
                  <a:schemeClr val="tx1"/>
                </a:solidFill>
                <a:effectLst/>
                <a:latin typeface="Arial" panose="020B0604020202020204" pitchFamily="34" charset="0"/>
              </a:rPr>
              <a:t>Primary school students learning tables, teachers demonstrating examples in class, and beginner programmers practicing Python GUI development benefit from this solution.</a:t>
            </a:r>
            <a:endParaRPr kumimoji="0" lang="en-US" altLang="en-US"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250000"/>
              </a:lnSpc>
              <a:spcBef>
                <a:spcPct val="0"/>
              </a:spcBef>
              <a:spcAft>
                <a:spcPct val="0"/>
              </a:spcAft>
              <a:buClrTx/>
              <a:buSzTx/>
            </a:pPr>
            <a:r>
              <a:rPr kumimoji="0" lang="en-US" altLang="en-US" b="0" i="0" u="none" strike="noStrike" cap="none" normalizeH="0" baseline="0" dirty="0">
                <a:ln>
                  <a:noFill/>
                </a:ln>
                <a:solidFill>
                  <a:schemeClr val="tx1"/>
                </a:solidFill>
                <a:effectLst/>
                <a:latin typeface="Arial" panose="020B0604020202020204" pitchFamily="34" charset="0"/>
              </a:rPr>
              <a:t>Multiplication tables are fundamental in mathematics education.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grpSp>
        <p:nvGrpSpPr>
          <p:cNvPr id="88" name="Google Shape;88;p2"/>
          <p:cNvGrpSpPr/>
          <p:nvPr/>
        </p:nvGrpSpPr>
        <p:grpSpPr>
          <a:xfrm>
            <a:off x="710836" y="1353681"/>
            <a:ext cx="4379913" cy="278172"/>
            <a:chOff x="4181256" y="3224809"/>
            <a:chExt cx="4379913" cy="278172"/>
          </a:xfrm>
        </p:grpSpPr>
        <p:sp>
          <p:nvSpPr>
            <p:cNvPr id="89" name="Google Shape;89;p2"/>
            <p:cNvSpPr/>
            <p:nvPr/>
          </p:nvSpPr>
          <p:spPr>
            <a:xfrm>
              <a:off x="4364136" y="3225982"/>
              <a:ext cx="4197033"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0" i="0" u="none" strike="noStrike" cap="none" dirty="0">
                  <a:solidFill>
                    <a:srgbClr val="3F3F3F"/>
                  </a:solidFill>
                  <a:latin typeface="Arial" panose="020B0604020202020204"/>
                  <a:ea typeface="Arial" panose="020B0604020202020204"/>
                  <a:cs typeface="Arial" panose="020B0604020202020204"/>
                  <a:sym typeface="Arial" panose="020B0604020202020204"/>
                </a:rPr>
                <a:t>Objective of the Project</a:t>
              </a:r>
              <a:endParaRPr dirty="0"/>
            </a:p>
          </p:txBody>
        </p:sp>
        <p:sp>
          <p:nvSpPr>
            <p:cNvPr id="90" name="Google Shape;90;p2"/>
            <p:cNvSpPr/>
            <p:nvPr/>
          </p:nvSpPr>
          <p:spPr>
            <a:xfrm>
              <a:off x="4181256" y="3224809"/>
              <a:ext cx="36000" cy="252000"/>
            </a:xfrm>
            <a:prstGeom prst="rect">
              <a:avLst/>
            </a:prstGeom>
            <a:solidFill>
              <a:srgbClr val="193E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sp>
        <p:nvSpPr>
          <p:cNvPr id="100" name="Google Shape;100;p2"/>
          <p:cNvSpPr/>
          <p:nvPr/>
        </p:nvSpPr>
        <p:spPr>
          <a:xfrm>
            <a:off x="710836" y="357668"/>
            <a:ext cx="8508320" cy="7385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dirty="0">
                <a:solidFill>
                  <a:schemeClr val="lt1"/>
                </a:solidFill>
                <a:latin typeface="Arial" panose="020B0604020202020204" pitchFamily="34" charset="0"/>
                <a:cs typeface="Arial" panose="020B0604020202020204" pitchFamily="34" charset="0"/>
                <a:sym typeface="Arial" panose="020B0604020202020204"/>
              </a:rPr>
              <a:t>Multiplication Table Generator</a:t>
            </a:r>
            <a:endParaRPr lang="en-US" sz="2400" dirty="0">
              <a:solidFill>
                <a:schemeClr val="lt1"/>
              </a:solidFill>
              <a:latin typeface="Arial" panose="020B0604020202020204" pitchFamily="34" charset="0"/>
              <a:cs typeface="Arial" panose="020B0604020202020204" pitchFamily="34" charset="0"/>
              <a:sym typeface="Arial" panose="020B0604020202020204"/>
            </a:endParaRPr>
          </a:p>
          <a:p>
            <a:pPr marL="0" marR="0" lvl="0" indent="0" algn="l" rtl="0">
              <a:spcBef>
                <a:spcPts val="0"/>
              </a:spcBef>
              <a:spcAft>
                <a:spcPts val="0"/>
              </a:spcAft>
              <a:buNone/>
            </a:pPr>
            <a:endParaRPr sz="2400"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3" name="Text Box 2"/>
          <p:cNvSpPr txBox="1"/>
          <p:nvPr/>
        </p:nvSpPr>
        <p:spPr>
          <a:xfrm>
            <a:off x="746760" y="1929130"/>
            <a:ext cx="5177155" cy="4928870"/>
          </a:xfrm>
          <a:prstGeom prst="rect">
            <a:avLst/>
          </a:prstGeom>
        </p:spPr>
        <p:txBody>
          <a:bodyPr>
            <a:noAutofit/>
          </a:bodyPr>
          <a:p>
            <a:pPr algn="l" defTabSz="266700">
              <a:spcBef>
                <a:spcPts val="500"/>
              </a:spcBef>
              <a:spcAft>
                <a:spcPts val="500"/>
              </a:spcAft>
            </a:pPr>
            <a:r>
              <a:rPr lang="en-US" altLang="zh-CN" b="1">
                <a:latin typeface="+mn-lt"/>
                <a:ea typeface="SimSun" panose="02010600030101010101" pitchFamily="2" charset="-122"/>
                <a:cs typeface="+mn-lt"/>
              </a:rPr>
              <a:t>Main goals of the solution</a:t>
            </a:r>
            <a:endParaRPr lang="en-US" altLang="zh-CN" b="1">
              <a:latin typeface="+mn-lt"/>
              <a:ea typeface="SimSun" panose="02010600030101010101" pitchFamily="2" charset="-122"/>
              <a:cs typeface="+mn-lt"/>
            </a:endParaRPr>
          </a:p>
          <a:p>
            <a:pPr>
              <a:buFont typeface="Symbol" panose="05050102010706020507"/>
              <a:buChar char=""/>
            </a:pPr>
            <a:r>
              <a:rPr lang="en-US" altLang="zh-CN" sz="1600">
                <a:latin typeface="+mn-lt"/>
                <a:ea typeface="Arial" panose="020B0604020202020204"/>
                <a:cs typeface="+mn-lt"/>
              </a:rPr>
              <a:t>Provide a simple interface to enter a number</a:t>
            </a:r>
            <a:endParaRPr lang="en-US" altLang="zh-CN" sz="1600">
              <a:latin typeface="+mn-lt"/>
              <a:ea typeface="Arial" panose="020B0604020202020204"/>
              <a:cs typeface="+mn-lt"/>
            </a:endParaRPr>
          </a:p>
          <a:p>
            <a:pPr>
              <a:buFont typeface="Symbol" panose="05050102010706020507"/>
              <a:buChar char=""/>
            </a:pPr>
            <a:r>
              <a:rPr lang="en-US" altLang="zh-CN" sz="1600">
                <a:latin typeface="+mn-lt"/>
                <a:ea typeface="Arial" panose="020B0604020202020204"/>
                <a:cs typeface="+mn-lt"/>
              </a:rPr>
              <a:t>Automatically generate multiplication tables. </a:t>
            </a:r>
            <a:endParaRPr lang="en-US" altLang="zh-CN" sz="1600">
              <a:latin typeface="+mn-lt"/>
              <a:ea typeface="Arial" panose="020B0604020202020204"/>
              <a:cs typeface="+mn-lt"/>
            </a:endParaRPr>
          </a:p>
          <a:p>
            <a:pPr>
              <a:buFont typeface="Symbol" panose="05050102010706020507"/>
              <a:buChar char=""/>
            </a:pPr>
            <a:r>
              <a:rPr lang="en-US" altLang="zh-CN" sz="1600">
                <a:latin typeface="+mn-lt"/>
                <a:ea typeface="Arial" panose="020B0604020202020204"/>
                <a:cs typeface="+mn-lt"/>
              </a:rPr>
              <a:t>Reduce calculation errors. </a:t>
            </a:r>
            <a:endParaRPr lang="en-US" altLang="zh-CN" sz="1600">
              <a:latin typeface="+mn-lt"/>
              <a:ea typeface="Arial" panose="020B0604020202020204"/>
              <a:cs typeface="+mn-lt"/>
            </a:endParaRPr>
          </a:p>
          <a:p>
            <a:pPr>
              <a:buFont typeface="Symbol" panose="05050102010706020507"/>
              <a:buChar char=""/>
            </a:pPr>
            <a:r>
              <a:rPr lang="en-US" altLang="zh-CN" sz="1600">
                <a:latin typeface="+mn-lt"/>
                <a:ea typeface="Arial" panose="020B0604020202020204"/>
                <a:cs typeface="+mn-lt"/>
              </a:rPr>
              <a:t>Demonstrate use of GUI programming concepts in Python.</a:t>
            </a:r>
            <a:endParaRPr lang="en-US" altLang="zh-CN" sz="1600">
              <a:latin typeface="+mn-lt"/>
              <a:ea typeface="Arial" panose="020B0604020202020204"/>
              <a:cs typeface="+mn-lt"/>
            </a:endParaRPr>
          </a:p>
          <a:p>
            <a:pPr indent="0">
              <a:buFont typeface="Symbol" panose="05050102010706020507"/>
              <a:buNone/>
            </a:pPr>
            <a:endParaRPr lang="en-US" altLang="zh-CN" sz="1600">
              <a:latin typeface="+mn-lt"/>
              <a:ea typeface="Arial" panose="020B0604020202020204"/>
              <a:cs typeface="+mn-lt"/>
            </a:endParaRPr>
          </a:p>
          <a:p>
            <a:pPr indent="0" algn="l" defTabSz="266700">
              <a:spcBef>
                <a:spcPts val="500"/>
              </a:spcBef>
              <a:spcAft>
                <a:spcPts val="500"/>
              </a:spcAft>
              <a:buFont typeface="Symbol" panose="05050102010706020507"/>
              <a:buNone/>
            </a:pPr>
            <a:r>
              <a:rPr lang="en-US" altLang="zh-CN" b="1">
                <a:latin typeface="+mn-lt"/>
                <a:ea typeface="SimSun" panose="02010600030101010101" pitchFamily="2" charset="-122"/>
                <a:cs typeface="+mn-lt"/>
              </a:rPr>
              <a:t>Expected outcome (what will the system do?)</a:t>
            </a:r>
            <a:endParaRPr lang="en-US" altLang="zh-CN" b="1">
              <a:latin typeface="+mn-lt"/>
              <a:ea typeface="SimSun" panose="02010600030101010101" pitchFamily="2" charset="-122"/>
              <a:cs typeface="+mn-lt"/>
            </a:endParaRPr>
          </a:p>
          <a:p>
            <a:pPr indent="0" algn="l" defTabSz="266700">
              <a:spcBef>
                <a:spcPts val="500"/>
              </a:spcBef>
              <a:spcAft>
                <a:spcPts val="500"/>
              </a:spcAft>
              <a:buFont typeface="Symbol" panose="05050102010706020507"/>
              <a:buNone/>
            </a:pPr>
            <a:r>
              <a:rPr lang="en-US" altLang="zh-CN" sz="1600">
                <a:latin typeface="+mn-lt"/>
                <a:ea typeface="Arial" panose="020B0604020202020204"/>
                <a:cs typeface="+mn-lt"/>
              </a:rPr>
              <a:t>The application allows the user to input a number and instantly displays its multiplication table within the GUI window, improving usability and learning efficiency</a:t>
            </a:r>
            <a:endParaRPr lang="en-US" altLang="zh-CN" sz="1600">
              <a:latin typeface="+mn-lt"/>
              <a:ea typeface="Arial" panose="020B0604020202020204"/>
              <a:cs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grpSp>
        <p:nvGrpSpPr>
          <p:cNvPr id="88" name="Google Shape;88;p2"/>
          <p:cNvGrpSpPr/>
          <p:nvPr/>
        </p:nvGrpSpPr>
        <p:grpSpPr>
          <a:xfrm>
            <a:off x="710836" y="1583927"/>
            <a:ext cx="4379913" cy="278172"/>
            <a:chOff x="4181256" y="3224809"/>
            <a:chExt cx="4379913" cy="278172"/>
          </a:xfrm>
        </p:grpSpPr>
        <p:sp>
          <p:nvSpPr>
            <p:cNvPr id="89" name="Google Shape;89;p2"/>
            <p:cNvSpPr/>
            <p:nvPr/>
          </p:nvSpPr>
          <p:spPr>
            <a:xfrm>
              <a:off x="4364136" y="3225982"/>
              <a:ext cx="4197033"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0" i="0" u="none" strike="noStrike" cap="none" dirty="0">
                  <a:solidFill>
                    <a:srgbClr val="3F3F3F"/>
                  </a:solidFill>
                  <a:latin typeface="Arial" panose="020B0604020202020204"/>
                  <a:ea typeface="Arial" panose="020B0604020202020204"/>
                  <a:cs typeface="Arial" panose="020B0604020202020204"/>
                  <a:sym typeface="Arial" panose="020B0604020202020204"/>
                </a:rPr>
                <a:t>Proposed Solution</a:t>
              </a:r>
              <a:endParaRPr dirty="0"/>
            </a:p>
          </p:txBody>
        </p:sp>
        <p:sp>
          <p:nvSpPr>
            <p:cNvPr id="90" name="Google Shape;90;p2"/>
            <p:cNvSpPr/>
            <p:nvPr/>
          </p:nvSpPr>
          <p:spPr>
            <a:xfrm>
              <a:off x="4181256" y="3224809"/>
              <a:ext cx="36000" cy="252000"/>
            </a:xfrm>
            <a:prstGeom prst="rect">
              <a:avLst/>
            </a:prstGeom>
            <a:solidFill>
              <a:srgbClr val="193E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sp>
        <p:nvSpPr>
          <p:cNvPr id="100" name="Google Shape;100;p2"/>
          <p:cNvSpPr/>
          <p:nvPr/>
        </p:nvSpPr>
        <p:spPr>
          <a:xfrm>
            <a:off x="710836" y="357668"/>
            <a:ext cx="8508320" cy="7385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dirty="0">
                <a:solidFill>
                  <a:schemeClr val="lt1"/>
                </a:solidFill>
                <a:latin typeface="Arial" panose="020B0604020202020204" pitchFamily="34" charset="0"/>
                <a:cs typeface="Arial" panose="020B0604020202020204" pitchFamily="34" charset="0"/>
                <a:sym typeface="Arial" panose="020B0604020202020204"/>
              </a:rPr>
              <a:t>Multiplication Table Generator</a:t>
            </a:r>
            <a:endParaRPr lang="en-US" sz="2400" dirty="0">
              <a:solidFill>
                <a:schemeClr val="lt1"/>
              </a:solidFill>
              <a:latin typeface="Arial" panose="020B0604020202020204" pitchFamily="34" charset="0"/>
              <a:cs typeface="Arial" panose="020B0604020202020204" pitchFamily="34" charset="0"/>
              <a:sym typeface="Arial" panose="020B0604020202020204"/>
            </a:endParaRPr>
          </a:p>
          <a:p>
            <a:pPr marL="0" marR="0" lvl="0" indent="0" algn="l" rtl="0">
              <a:spcBef>
                <a:spcPts val="0"/>
              </a:spcBef>
              <a:spcAft>
                <a:spcPts val="0"/>
              </a:spcAft>
              <a:buNone/>
            </a:pPr>
            <a:endParaRPr sz="2400"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4" name="Rectangle 2"/>
          <p:cNvSpPr>
            <a:spLocks noChangeArrowheads="1"/>
          </p:cNvSpPr>
          <p:nvPr/>
        </p:nvSpPr>
        <p:spPr bwMode="auto">
          <a:xfrm>
            <a:off x="746760" y="2345055"/>
            <a:ext cx="7703820" cy="3980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R="0" lvl="0" algn="l" defTabSz="914400" rtl="0" eaLnBrk="0" fontAlgn="base" latinLnBrk="0" hangingPunct="0">
              <a:lnSpc>
                <a:spcPct val="200000"/>
              </a:lnSpc>
              <a:spcBef>
                <a:spcPct val="0"/>
              </a:spcBef>
              <a:spcAft>
                <a:spcPct val="0"/>
              </a:spcAft>
              <a:buClrTx/>
              <a:buSzTx/>
            </a:pPr>
            <a:r>
              <a:rPr kumimoji="0" lang="en-US" altLang="en-US" sz="1050" b="0" i="0" u="none" strike="noStrike" cap="none" normalizeH="0" baseline="0" dirty="0">
                <a:ln>
                  <a:noFill/>
                </a:ln>
                <a:solidFill>
                  <a:schemeClr val="tx1"/>
                </a:solidFill>
                <a:effectLst/>
                <a:latin typeface="Arial" panose="020B0604020202020204" pitchFamily="34" charset="0"/>
              </a:rPr>
              <a:t> </a:t>
            </a:r>
            <a:r>
              <a:rPr lang="en-US" altLang="en-US" b="1" dirty="0">
                <a:solidFill>
                  <a:schemeClr val="tx1"/>
                </a:solidFill>
                <a:latin typeface="Arial" panose="020B0604020202020204" pitchFamily="34" charset="0"/>
              </a:rPr>
              <a:t>S</a:t>
            </a:r>
            <a:r>
              <a:rPr kumimoji="0" lang="en-US" altLang="en-US" b="1" i="0" u="none" strike="noStrike" cap="none" normalizeH="0" baseline="0" dirty="0">
                <a:ln>
                  <a:noFill/>
                </a:ln>
                <a:solidFill>
                  <a:schemeClr val="tx1"/>
                </a:solidFill>
                <a:effectLst/>
                <a:latin typeface="Arial" panose="020B0604020202020204" pitchFamily="34" charset="0"/>
              </a:rPr>
              <a:t>olution approach in simple language</a:t>
            </a:r>
            <a:endParaRPr kumimoji="0" lang="en-US" altLang="en-US" b="1"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200000"/>
              </a:lnSpc>
              <a:spcBef>
                <a:spcPct val="0"/>
              </a:spcBef>
              <a:spcAft>
                <a:spcPct val="0"/>
              </a:spcAft>
              <a:buClrTx/>
              <a:buSzTx/>
            </a:pPr>
            <a:r>
              <a:rPr kumimoji="0" lang="en-US" altLang="en-US" sz="1200" i="0" u="none" strike="noStrike" cap="none" normalizeH="0" baseline="0" dirty="0">
                <a:ln>
                  <a:noFill/>
                </a:ln>
                <a:solidFill>
                  <a:schemeClr val="tx1"/>
                </a:solidFill>
                <a:effectLst/>
                <a:latin typeface="Arial" panose="020B0604020202020204" pitchFamily="34" charset="0"/>
                <a:cs typeface="Arial" panose="020B0604020202020204" pitchFamily="34" charset="0"/>
              </a:rPr>
              <a:t>The system is built using Python with Tkinter to create the graphical interface. The user inputs a number, presses a button, and the program calculates results using loops and displays them inside a text area widget.We build a web-based system where all student, teacher, and academic data is stored in one place . Admin, teachers, and students log in and use their dashboards to manage attendance, marks, and records easily and securely.</a:t>
            </a:r>
            <a:endParaRPr kumimoji="0" lang="en-US" altLang="en-US" sz="120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R="0" lvl="0" algn="l" defTabSz="914400" rtl="0" eaLnBrk="0" fontAlgn="base" latinLnBrk="0" hangingPunct="0">
              <a:lnSpc>
                <a:spcPct val="200000"/>
              </a:lnSpc>
              <a:spcBef>
                <a:spcPct val="0"/>
              </a:spcBef>
              <a:spcAft>
                <a:spcPct val="0"/>
              </a:spcAft>
              <a:buClrTx/>
              <a:buSzTx/>
            </a:pP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Unique features</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pPr>
            <a:r>
              <a:rPr kumimoji="0" lang="en-US" altLang="en-US" sz="1200" b="0" i="0" u="none" strike="noStrike" cap="none" normalizeH="0" baseline="0" dirty="0">
                <a:ln>
                  <a:noFill/>
                </a:ln>
                <a:solidFill>
                  <a:schemeClr val="tx1"/>
                </a:solidFill>
                <a:effectLst/>
                <a:latin typeface="Arial" panose="020B0604020202020204" pitchFamily="34" charset="0"/>
              </a:rPr>
              <a:t>Interactive GUI built with Tkinter </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pPr>
            <a:r>
              <a:rPr kumimoji="0" lang="en-US" altLang="en-US" sz="1200" b="0" i="0" u="none" strike="noStrike" cap="none" normalizeH="0" baseline="0" dirty="0">
                <a:ln>
                  <a:noFill/>
                </a:ln>
                <a:solidFill>
                  <a:schemeClr val="tx1"/>
                </a:solidFill>
                <a:effectLst/>
                <a:latin typeface="Arial" panose="020B0604020202020204" pitchFamily="34" charset="0"/>
              </a:rPr>
              <a:t>Instant table generation </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pPr>
            <a:r>
              <a:rPr kumimoji="0" lang="en-US" altLang="en-US" sz="1200" b="0" i="0" u="none" strike="noStrike" cap="none" normalizeH="0" baseline="0" dirty="0">
                <a:ln>
                  <a:noFill/>
                </a:ln>
                <a:solidFill>
                  <a:schemeClr val="tx1"/>
                </a:solidFill>
                <a:effectLst/>
                <a:latin typeface="Arial" panose="020B0604020202020204" pitchFamily="34" charset="0"/>
              </a:rPr>
              <a:t>Error handling for invalid input </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pPr>
            <a:r>
              <a:rPr kumimoji="0" lang="en-US" altLang="en-US" sz="1200" b="0" i="0" u="none" strike="noStrike" cap="none" normalizeH="0" baseline="0" dirty="0">
                <a:ln>
                  <a:noFill/>
                </a:ln>
                <a:solidFill>
                  <a:schemeClr val="tx1"/>
                </a:solidFill>
                <a:effectLst/>
                <a:latin typeface="Arial" panose="020B0604020202020204" pitchFamily="34" charset="0"/>
              </a:rPr>
              <a:t>Educational and easy-to-use interface</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200000"/>
              </a:lnSpc>
              <a:spcBef>
                <a:spcPct val="0"/>
              </a:spcBef>
              <a:spcAft>
                <a:spcPct val="0"/>
              </a:spcAft>
              <a:buClrTx/>
              <a:buSzTx/>
              <a:buFont typeface="Arial" panose="020B0604020202020204" pitchFamily="34" charset="0"/>
              <a:buNone/>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grpSp>
        <p:nvGrpSpPr>
          <p:cNvPr id="88" name="Google Shape;88;p2"/>
          <p:cNvGrpSpPr/>
          <p:nvPr/>
        </p:nvGrpSpPr>
        <p:grpSpPr>
          <a:xfrm>
            <a:off x="710836" y="1308240"/>
            <a:ext cx="4233228" cy="527687"/>
            <a:chOff x="4181256" y="2949122"/>
            <a:chExt cx="4233228" cy="527687"/>
          </a:xfrm>
        </p:grpSpPr>
        <p:sp>
          <p:nvSpPr>
            <p:cNvPr id="89" name="Google Shape;89;p2"/>
            <p:cNvSpPr/>
            <p:nvPr/>
          </p:nvSpPr>
          <p:spPr>
            <a:xfrm>
              <a:off x="4217451" y="2949122"/>
              <a:ext cx="4197033"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0" i="0" u="none" strike="noStrike" cap="none" dirty="0">
                  <a:solidFill>
                    <a:srgbClr val="3F3F3F"/>
                  </a:solidFill>
                  <a:latin typeface="Arial" panose="020B0604020202020204"/>
                  <a:ea typeface="Arial" panose="020B0604020202020204"/>
                  <a:cs typeface="Arial" panose="020B0604020202020204"/>
                  <a:sym typeface="Arial" panose="020B0604020202020204"/>
                </a:rPr>
                <a:t>System Architecture / Flow Diagram</a:t>
              </a:r>
              <a:endParaRPr dirty="0"/>
            </a:p>
          </p:txBody>
        </p:sp>
        <p:sp>
          <p:nvSpPr>
            <p:cNvPr id="90" name="Google Shape;90;p2"/>
            <p:cNvSpPr/>
            <p:nvPr/>
          </p:nvSpPr>
          <p:spPr>
            <a:xfrm>
              <a:off x="4181256" y="3224809"/>
              <a:ext cx="36000" cy="252000"/>
            </a:xfrm>
            <a:prstGeom prst="rect">
              <a:avLst/>
            </a:prstGeom>
            <a:solidFill>
              <a:srgbClr val="193E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sp>
        <p:nvSpPr>
          <p:cNvPr id="100" name="Google Shape;100;p2"/>
          <p:cNvSpPr/>
          <p:nvPr/>
        </p:nvSpPr>
        <p:spPr>
          <a:xfrm>
            <a:off x="710836" y="357668"/>
            <a:ext cx="8508320" cy="7385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dirty="0">
                <a:solidFill>
                  <a:schemeClr val="lt1"/>
                </a:solidFill>
                <a:latin typeface="Arial" panose="020B0604020202020204" pitchFamily="34" charset="0"/>
                <a:cs typeface="Arial" panose="020B0604020202020204" pitchFamily="34" charset="0"/>
                <a:sym typeface="Arial" panose="020B0604020202020204"/>
              </a:rPr>
              <a:t>Multiplication Table Generator</a:t>
            </a:r>
            <a:endParaRPr lang="en-US" sz="2400" dirty="0">
              <a:solidFill>
                <a:schemeClr val="lt1"/>
              </a:solidFill>
              <a:latin typeface="Arial" panose="020B0604020202020204" pitchFamily="34" charset="0"/>
              <a:cs typeface="Arial" panose="020B0604020202020204" pitchFamily="34" charset="0"/>
              <a:sym typeface="Arial" panose="020B0604020202020204"/>
            </a:endParaRPr>
          </a:p>
          <a:p>
            <a:pPr marL="0" marR="0" lvl="0" indent="0" algn="l" rtl="0">
              <a:spcBef>
                <a:spcPts val="0"/>
              </a:spcBef>
              <a:spcAft>
                <a:spcPts val="0"/>
              </a:spcAft>
              <a:buNone/>
            </a:pPr>
            <a:endParaRPr sz="2400"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4" name="Rectangle 2"/>
          <p:cNvSpPr>
            <a:spLocks noChangeArrowheads="1"/>
          </p:cNvSpPr>
          <p:nvPr/>
        </p:nvSpPr>
        <p:spPr bwMode="auto">
          <a:xfrm>
            <a:off x="1530626" y="2743627"/>
            <a:ext cx="234360" cy="456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lvl="0" eaLnBrk="0" fontAlgn="base" hangingPunct="0">
              <a:lnSpc>
                <a:spcPct val="200000"/>
              </a:lnSpc>
              <a:spcBef>
                <a:spcPct val="0"/>
              </a:spcBef>
              <a:spcAft>
                <a:spcPct val="0"/>
              </a:spcAft>
              <a:buClrTx/>
            </a:pPr>
            <a:r>
              <a:rPr lang="en-US" altLang="en-US" dirty="0">
                <a:solidFill>
                  <a:schemeClr val="tx1"/>
                </a:solidFill>
                <a:latin typeface="Arial" panose="020B0604020202020204" pitchFamily="34" charset="0"/>
              </a:rPr>
              <a:t> </a:t>
            </a:r>
            <a:endParaRPr lang="en-US" altLang="en-US" dirty="0">
              <a:solidFill>
                <a:schemeClr val="tx1"/>
              </a:solidFill>
              <a:latin typeface="Arial" panose="020B0604020202020204" pitchFamily="34" charset="0"/>
            </a:endParaRPr>
          </a:p>
        </p:txBody>
      </p:sp>
      <p:sp>
        <p:nvSpPr>
          <p:cNvPr id="2" name="Text Box 1"/>
          <p:cNvSpPr txBox="1"/>
          <p:nvPr/>
        </p:nvSpPr>
        <p:spPr>
          <a:xfrm>
            <a:off x="894080" y="2084070"/>
            <a:ext cx="8173085" cy="4051300"/>
          </a:xfrm>
          <a:prstGeom prst="rect">
            <a:avLst/>
          </a:prstGeom>
          <a:noFill/>
        </p:spPr>
        <p:txBody>
          <a:bodyPr wrap="square" rtlCol="0">
            <a:noAutofit/>
          </a:bodyPr>
          <a:p>
            <a:endParaRPr lang="en-US"/>
          </a:p>
        </p:txBody>
      </p:sp>
      <p:pic>
        <p:nvPicPr>
          <p:cNvPr id="5" name="Picture 4"/>
          <p:cNvPicPr>
            <a:picLocks noChangeAspect="1"/>
          </p:cNvPicPr>
          <p:nvPr/>
        </p:nvPicPr>
        <p:blipFill>
          <a:blip r:embed="rId1"/>
          <a:stretch>
            <a:fillRect/>
          </a:stretch>
        </p:blipFill>
        <p:spPr>
          <a:xfrm>
            <a:off x="224155" y="1797050"/>
            <a:ext cx="8399780" cy="48482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grpSp>
        <p:nvGrpSpPr>
          <p:cNvPr id="88" name="Google Shape;88;p2"/>
          <p:cNvGrpSpPr/>
          <p:nvPr/>
        </p:nvGrpSpPr>
        <p:grpSpPr>
          <a:xfrm>
            <a:off x="710836" y="1583927"/>
            <a:ext cx="4379913" cy="278172"/>
            <a:chOff x="4181256" y="3224809"/>
            <a:chExt cx="4379913" cy="278172"/>
          </a:xfrm>
        </p:grpSpPr>
        <p:sp>
          <p:nvSpPr>
            <p:cNvPr id="89" name="Google Shape;89;p2"/>
            <p:cNvSpPr/>
            <p:nvPr/>
          </p:nvSpPr>
          <p:spPr>
            <a:xfrm>
              <a:off x="4364136" y="3225982"/>
              <a:ext cx="4197033"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0" i="0" u="none" strike="noStrike" cap="none" dirty="0">
                  <a:solidFill>
                    <a:srgbClr val="3F3F3F"/>
                  </a:solidFill>
                  <a:latin typeface="Arial" panose="020B0604020202020204"/>
                  <a:ea typeface="Arial" panose="020B0604020202020204"/>
                  <a:cs typeface="Arial" panose="020B0604020202020204"/>
                  <a:sym typeface="Arial" panose="020B0604020202020204"/>
                </a:rPr>
                <a:t>Tools, Technologies &amp; Libraries</a:t>
              </a:r>
              <a:endParaRPr dirty="0"/>
            </a:p>
          </p:txBody>
        </p:sp>
        <p:sp>
          <p:nvSpPr>
            <p:cNvPr id="90" name="Google Shape;90;p2"/>
            <p:cNvSpPr/>
            <p:nvPr/>
          </p:nvSpPr>
          <p:spPr>
            <a:xfrm>
              <a:off x="4181256" y="3224809"/>
              <a:ext cx="36000" cy="252000"/>
            </a:xfrm>
            <a:prstGeom prst="rect">
              <a:avLst/>
            </a:prstGeom>
            <a:solidFill>
              <a:srgbClr val="193E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sp>
        <p:nvSpPr>
          <p:cNvPr id="100" name="Google Shape;100;p2"/>
          <p:cNvSpPr/>
          <p:nvPr/>
        </p:nvSpPr>
        <p:spPr>
          <a:xfrm>
            <a:off x="710836" y="357668"/>
            <a:ext cx="8508320" cy="7385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dirty="0">
                <a:solidFill>
                  <a:schemeClr val="lt1"/>
                </a:solidFill>
                <a:latin typeface="Arial" panose="020B0604020202020204" pitchFamily="34" charset="0"/>
                <a:cs typeface="Arial" panose="020B0604020202020204" pitchFamily="34" charset="0"/>
                <a:sym typeface="Arial" panose="020B0604020202020204"/>
              </a:rPr>
              <a:t>Multiplication Table Generator</a:t>
            </a:r>
            <a:endParaRPr lang="en-US" sz="2400" dirty="0">
              <a:solidFill>
                <a:schemeClr val="lt1"/>
              </a:solidFill>
              <a:latin typeface="Arial" panose="020B0604020202020204" pitchFamily="34" charset="0"/>
              <a:cs typeface="Arial" panose="020B0604020202020204" pitchFamily="34" charset="0"/>
              <a:sym typeface="Arial" panose="020B0604020202020204"/>
            </a:endParaRPr>
          </a:p>
          <a:p>
            <a:pPr marL="0" marR="0" lvl="0" indent="0" algn="l" rtl="0">
              <a:spcBef>
                <a:spcPts val="0"/>
              </a:spcBef>
              <a:spcAft>
                <a:spcPts val="0"/>
              </a:spcAft>
              <a:buNone/>
            </a:pPr>
            <a:endParaRPr sz="2400"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3" name="TextBox 2"/>
          <p:cNvSpPr txBox="1"/>
          <p:nvPr/>
        </p:nvSpPr>
        <p:spPr>
          <a:xfrm>
            <a:off x="893716" y="2083214"/>
            <a:ext cx="7142471" cy="4130675"/>
          </a:xfrm>
          <a:prstGeom prst="rect">
            <a:avLst/>
          </a:prstGeom>
          <a:noFill/>
        </p:spPr>
        <p:txBody>
          <a:bodyPr wrap="square">
            <a:spAutoFit/>
          </a:bodyPr>
          <a:lstStyle/>
          <a:p>
            <a:pPr marL="0" indent="0">
              <a:lnSpc>
                <a:spcPct val="250000"/>
              </a:lnSpc>
              <a:buFont typeface="Arial" panose="020B0604020202020204" pitchFamily="34" charset="0"/>
              <a:buNone/>
            </a:pPr>
            <a:r>
              <a:rPr lang="en-US" altLang="en-US" sz="1050" dirty="0">
                <a:solidFill>
                  <a:schemeClr val="tx1"/>
                </a:solidFill>
              </a:rPr>
              <a:t>1-Visual Studio Code (VS Code) – Code editor</a:t>
            </a:r>
            <a:endParaRPr lang="en-US" altLang="en-US" sz="1050" dirty="0">
              <a:solidFill>
                <a:schemeClr val="tx1"/>
              </a:solidFill>
            </a:endParaRPr>
          </a:p>
          <a:p>
            <a:pPr marL="0" indent="0">
              <a:lnSpc>
                <a:spcPct val="250000"/>
              </a:lnSpc>
              <a:buFont typeface="Arial" panose="020B0604020202020204" pitchFamily="34" charset="0"/>
              <a:buNone/>
            </a:pPr>
            <a:r>
              <a:rPr lang="en-US" altLang="en-US" sz="1050" dirty="0">
                <a:solidFill>
                  <a:schemeClr val="tx1"/>
                </a:solidFill>
              </a:rPr>
              <a:t>2-Python Interpreter – To run program</a:t>
            </a:r>
            <a:endParaRPr lang="en-US" altLang="en-US" sz="1050" dirty="0">
              <a:solidFill>
                <a:schemeClr val="tx1"/>
              </a:solidFill>
            </a:endParaRPr>
          </a:p>
          <a:p>
            <a:pPr marL="0" indent="0">
              <a:lnSpc>
                <a:spcPct val="250000"/>
              </a:lnSpc>
              <a:buFont typeface="Arial" panose="020B0604020202020204" pitchFamily="34" charset="0"/>
              <a:buNone/>
            </a:pPr>
            <a:r>
              <a:rPr lang="en-US" altLang="en-US" sz="1050" dirty="0">
                <a:solidFill>
                  <a:schemeClr val="tx1"/>
                </a:solidFill>
              </a:rPr>
              <a:t>3-Terminal / Command Prompt – For execution</a:t>
            </a:r>
            <a:endParaRPr lang="en-US" altLang="en-US" sz="1050" dirty="0">
              <a:solidFill>
                <a:schemeClr val="tx1"/>
              </a:solidFill>
            </a:endParaRPr>
          </a:p>
          <a:p>
            <a:pPr marL="0" indent="0">
              <a:lnSpc>
                <a:spcPct val="250000"/>
              </a:lnSpc>
              <a:buFont typeface="Arial" panose="020B0604020202020204" pitchFamily="34" charset="0"/>
              <a:buNone/>
            </a:pPr>
            <a:r>
              <a:rPr lang="en-US" altLang="en-US" sz="1050" dirty="0">
                <a:solidFill>
                  <a:schemeClr val="tx1"/>
                </a:solidFill>
              </a:rPr>
              <a:t>4-GitHub – Version control (optional, if you uploaded project</a:t>
            </a:r>
            <a:endParaRPr lang="en-US" altLang="en-US" sz="1050" dirty="0">
              <a:solidFill>
                <a:schemeClr val="tx1"/>
              </a:solidFill>
            </a:endParaRPr>
          </a:p>
          <a:p>
            <a:pPr marL="0" indent="0">
              <a:lnSpc>
                <a:spcPct val="250000"/>
              </a:lnSpc>
              <a:buFont typeface="Arial" panose="020B0604020202020204" pitchFamily="34" charset="0"/>
              <a:buNone/>
            </a:pPr>
            <a:r>
              <a:rPr lang="zh-CN" altLang="en-US" sz="1050" dirty="0">
                <a:solidFill>
                  <a:schemeClr val="tx1"/>
                </a:solidFill>
              </a:rPr>
              <a:t>🔹</a:t>
            </a:r>
            <a:r>
              <a:rPr lang="en-US" altLang="en-US" sz="1050" dirty="0">
                <a:solidFill>
                  <a:schemeClr val="tx1"/>
                </a:solidFill>
              </a:rPr>
              <a:t> Operating System</a:t>
            </a:r>
            <a:endParaRPr lang="en-US" altLang="en-US" sz="1050" dirty="0">
              <a:solidFill>
                <a:schemeClr val="tx1"/>
              </a:solidFill>
            </a:endParaRPr>
          </a:p>
          <a:p>
            <a:pPr marL="0" indent="0">
              <a:lnSpc>
                <a:spcPct val="250000"/>
              </a:lnSpc>
              <a:buFont typeface="Arial" panose="020B0604020202020204" pitchFamily="34" charset="0"/>
              <a:buNone/>
            </a:pPr>
            <a:r>
              <a:rPr lang="en-US" altLang="en-US" sz="1050" dirty="0">
                <a:solidFill>
                  <a:schemeClr val="tx1"/>
                </a:solidFill>
              </a:rPr>
              <a:t>Windows / Linux / macOS</a:t>
            </a:r>
            <a:endParaRPr lang="en-US" altLang="en-US" sz="1050" dirty="0">
              <a:solidFill>
                <a:schemeClr val="tx1"/>
              </a:solidFill>
            </a:endParaRPr>
          </a:p>
          <a:p>
            <a:pPr marL="0" indent="0">
              <a:lnSpc>
                <a:spcPct val="250000"/>
              </a:lnSpc>
              <a:buFont typeface="Arial" panose="020B0604020202020204" pitchFamily="34" charset="0"/>
              <a:buNone/>
            </a:pPr>
            <a:r>
              <a:rPr lang="en-IN" sz="1050" b="1" dirty="0">
                <a:solidFill>
                  <a:schemeClr val="tx1"/>
                </a:solidFill>
              </a:rPr>
              <a:t>Libraries Used</a:t>
            </a:r>
            <a:r>
              <a:rPr lang="en-US" altLang="en-IN" sz="1050" b="1" dirty="0">
                <a:solidFill>
                  <a:schemeClr val="tx1"/>
                </a:solidFill>
              </a:rPr>
              <a:t> :</a:t>
            </a:r>
            <a:r>
              <a:rPr lang="en-IN" sz="1050" dirty="0">
                <a:solidFill>
                  <a:schemeClr val="tx1"/>
                </a:solidFill>
              </a:rPr>
              <a:t> </a:t>
            </a:r>
            <a:r>
              <a:rPr lang="en-US" altLang="en-US" sz="1050" dirty="0">
                <a:solidFill>
                  <a:schemeClr val="tx1"/>
                </a:solidFill>
              </a:rPr>
              <a:t>- 1. Tkinter  -For creating graphical user interface (GUI)</a:t>
            </a:r>
            <a:endParaRPr lang="en-US" altLang="en-US" sz="1050" dirty="0">
              <a:solidFill>
                <a:schemeClr val="tx1"/>
              </a:solidFill>
            </a:endParaRPr>
          </a:p>
          <a:p>
            <a:pPr marL="0" indent="0">
              <a:lnSpc>
                <a:spcPct val="250000"/>
              </a:lnSpc>
              <a:buFont typeface="Arial" panose="020B0604020202020204" pitchFamily="34" charset="0"/>
              <a:buNone/>
            </a:pPr>
            <a:r>
              <a:rPr lang="en-US" altLang="en-US" sz="1050" dirty="0">
                <a:solidFill>
                  <a:schemeClr val="tx1"/>
                </a:solidFill>
              </a:rPr>
              <a:t>2-Random (built-in Python module) -Used to generate random positions and symbols for background design</a:t>
            </a:r>
            <a:endParaRPr lang="en-US" altLang="en-US" sz="1050" dirty="0">
              <a:solidFill>
                <a:schemeClr val="tx1"/>
              </a:solidFill>
            </a:endParaRPr>
          </a:p>
          <a:p>
            <a:pPr marL="0" indent="0">
              <a:lnSpc>
                <a:spcPct val="250000"/>
              </a:lnSpc>
              <a:buFont typeface="Arial" panose="020B0604020202020204" pitchFamily="34" charset="0"/>
              <a:buNone/>
            </a:pPr>
            <a:r>
              <a:rPr lang="en-US" altLang="en-US" sz="1050" dirty="0">
                <a:solidFill>
                  <a:schemeClr val="tx1"/>
                </a:solidFill>
              </a:rPr>
              <a:t>3-Custom Module (logic.py) -Contains backend logic for generating multiplication table</a:t>
            </a:r>
            <a:endParaRPr lang="en-US" altLang="en-US" sz="1050" dirty="0">
              <a:solidFill>
                <a:schemeClr val="tx1"/>
              </a:solidFill>
            </a:endParaRPr>
          </a:p>
          <a:p>
            <a:pPr>
              <a:lnSpc>
                <a:spcPct val="250000"/>
              </a:lnSpc>
            </a:pPr>
            <a:endParaRPr lang="en-US" altLang="en-US" sz="1050" dirty="0">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grpSp>
        <p:nvGrpSpPr>
          <p:cNvPr id="88" name="Google Shape;88;p2"/>
          <p:cNvGrpSpPr/>
          <p:nvPr/>
        </p:nvGrpSpPr>
        <p:grpSpPr>
          <a:xfrm>
            <a:off x="660671" y="1416287"/>
            <a:ext cx="4379913" cy="278172"/>
            <a:chOff x="4181256" y="3224809"/>
            <a:chExt cx="4379913" cy="278172"/>
          </a:xfrm>
        </p:grpSpPr>
        <p:sp>
          <p:nvSpPr>
            <p:cNvPr id="89" name="Google Shape;89;p2"/>
            <p:cNvSpPr/>
            <p:nvPr/>
          </p:nvSpPr>
          <p:spPr>
            <a:xfrm>
              <a:off x="4364136" y="3225982"/>
              <a:ext cx="4197033"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0" i="0" u="none" strike="noStrike" cap="none" dirty="0">
                  <a:solidFill>
                    <a:srgbClr val="3F3F3F"/>
                  </a:solidFill>
                  <a:latin typeface="Arial" panose="020B0604020202020204"/>
                  <a:ea typeface="Arial" panose="020B0604020202020204"/>
                  <a:cs typeface="Arial" panose="020B0604020202020204"/>
                  <a:sym typeface="Arial" panose="020B0604020202020204"/>
                </a:rPr>
                <a:t>Dataset Description (If applicable)</a:t>
              </a:r>
              <a:endParaRPr dirty="0"/>
            </a:p>
          </p:txBody>
        </p:sp>
        <p:sp>
          <p:nvSpPr>
            <p:cNvPr id="90" name="Google Shape;90;p2"/>
            <p:cNvSpPr/>
            <p:nvPr/>
          </p:nvSpPr>
          <p:spPr>
            <a:xfrm>
              <a:off x="4181256" y="3224809"/>
              <a:ext cx="36000" cy="252000"/>
            </a:xfrm>
            <a:prstGeom prst="rect">
              <a:avLst/>
            </a:prstGeom>
            <a:solidFill>
              <a:srgbClr val="193E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sp>
        <p:nvSpPr>
          <p:cNvPr id="100" name="Google Shape;100;p2"/>
          <p:cNvSpPr/>
          <p:nvPr/>
        </p:nvSpPr>
        <p:spPr>
          <a:xfrm>
            <a:off x="710836" y="357668"/>
            <a:ext cx="8508320"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dirty="0">
                <a:solidFill>
                  <a:schemeClr val="lt1"/>
                </a:solidFill>
              </a:rPr>
              <a:t>Student Management System</a:t>
            </a:r>
            <a:endParaRPr sz="2400"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4" name="Rectangle 2"/>
          <p:cNvSpPr>
            <a:spLocks noChangeArrowheads="1"/>
          </p:cNvSpPr>
          <p:nvPr/>
        </p:nvSpPr>
        <p:spPr bwMode="auto">
          <a:xfrm>
            <a:off x="660400" y="1930400"/>
            <a:ext cx="5711190"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R="0" lvl="0" algn="l" defTabSz="914400" rtl="0" eaLnBrk="0" fontAlgn="base" latinLnBrk="0" hangingPunct="0">
              <a:lnSpc>
                <a:spcPct val="200000"/>
              </a:lnSpc>
              <a:spcBef>
                <a:spcPct val="0"/>
              </a:spcBef>
              <a:spcAft>
                <a:spcPct val="0"/>
              </a:spcAft>
              <a:buClrTx/>
              <a:buSzTx/>
            </a:pPr>
            <a:r>
              <a:rPr kumimoji="0" lang="en-US" altLang="en-US" b="1" i="0" u="none" strike="noStrike" cap="none" normalizeH="0" baseline="0" dirty="0">
                <a:ln>
                  <a:noFill/>
                </a:ln>
                <a:solidFill>
                  <a:schemeClr val="tx1"/>
                </a:solidFill>
                <a:effectLst/>
                <a:latin typeface="Arial" panose="020B0604020202020204" pitchFamily="34" charset="0"/>
              </a:rPr>
              <a:t>Dataset size</a:t>
            </a:r>
            <a:endParaRPr kumimoji="0" lang="en-US" altLang="en-US" b="1"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200000"/>
              </a:lnSpc>
              <a:spcBef>
                <a:spcPct val="0"/>
              </a:spcBef>
              <a:spcAft>
                <a:spcPct val="0"/>
              </a:spcAft>
              <a:buClrTx/>
              <a:buSzTx/>
            </a:pPr>
            <a:r>
              <a:rPr kumimoji="0" lang="en-US" altLang="en-US" sz="1200" b="0" i="0" u="none" strike="noStrike" cap="none" normalizeH="0" baseline="0" dirty="0">
                <a:ln>
                  <a:noFill/>
                </a:ln>
                <a:solidFill>
                  <a:schemeClr val="tx1"/>
                </a:solidFill>
                <a:effectLst/>
                <a:latin typeface="Arial" panose="020B0604020202020204" pitchFamily="34" charset="0"/>
              </a:rPr>
              <a:t>This project does not use any external or pre-collected dataset.</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200000"/>
              </a:lnSpc>
              <a:spcBef>
                <a:spcPct val="0"/>
              </a:spcBef>
              <a:spcAft>
                <a:spcPct val="0"/>
              </a:spcAft>
              <a:buClrTx/>
              <a:buSzTx/>
            </a:pPr>
            <a:r>
              <a:rPr kumimoji="0" lang="en-US" altLang="en-US" sz="1200" b="0" i="0" u="none" strike="noStrike" cap="none" normalizeH="0" baseline="0" dirty="0">
                <a:ln>
                  <a:noFill/>
                </a:ln>
                <a:solidFill>
                  <a:schemeClr val="tx1"/>
                </a:solidFill>
                <a:effectLst/>
                <a:latin typeface="Arial" panose="020B0604020202020204" pitchFamily="34" charset="0"/>
              </a:rPr>
              <a:t>All data is generated dynamically based on the number entered by the user at runtime.Therefore, the dataset size is variable and depends on the range of multiplication values produced (e.g., 10 rows for a table from 1ā€“10)</a:t>
            </a:r>
            <a:endParaRPr kumimoji="0" lang="en-US" altLang="en-US" b="1"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200000"/>
              </a:lnSpc>
              <a:spcBef>
                <a:spcPct val="0"/>
              </a:spcBef>
              <a:spcAft>
                <a:spcPct val="0"/>
              </a:spcAft>
              <a:buClrTx/>
              <a:buSzTx/>
            </a:pPr>
            <a:r>
              <a:rPr kumimoji="0" lang="en-US" altLang="en-US" b="1" i="0" u="none" strike="noStrike" cap="none" normalizeH="0" baseline="0" dirty="0">
                <a:ln>
                  <a:noFill/>
                </a:ln>
                <a:solidFill>
                  <a:schemeClr val="tx1"/>
                </a:solidFill>
                <a:effectLst/>
                <a:latin typeface="Arial" panose="020B0604020202020204" pitchFamily="34" charset="0"/>
              </a:rPr>
              <a:t>Data cleaning summary</a:t>
            </a:r>
            <a:endParaRPr kumimoji="0" lang="en-US" altLang="en-US" b="1"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200000"/>
              </a:lnSpc>
              <a:spcBef>
                <a:spcPct val="0"/>
              </a:spcBef>
              <a:spcAft>
                <a:spcPct val="0"/>
              </a:spcAft>
              <a:buClrTx/>
              <a:buSzTx/>
            </a:pPr>
            <a:r>
              <a:rPr kumimoji="0" lang="en-US" altLang="en-US" sz="1200" b="0" i="0" u="none" strike="noStrike" cap="none" normalizeH="0" baseline="0" dirty="0">
                <a:ln>
                  <a:noFill/>
                </a:ln>
                <a:solidFill>
                  <a:schemeClr val="tx1"/>
                </a:solidFill>
                <a:effectLst/>
                <a:latin typeface="Arial" panose="020B0604020202020204" pitchFamily="34" charset="0"/>
              </a:rPr>
              <a:t>Minimal data cleaning is required because no stored dataset exists.</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200000"/>
              </a:lnSpc>
              <a:spcBef>
                <a:spcPct val="0"/>
              </a:spcBef>
              <a:spcAft>
                <a:spcPct val="0"/>
              </a:spcAft>
              <a:buClrTx/>
              <a:buSzTx/>
            </a:pPr>
            <a:r>
              <a:rPr kumimoji="0" lang="en-US" altLang="en-US" sz="1200" b="0" i="0" u="none" strike="noStrike" cap="none" normalizeH="0" baseline="0" dirty="0">
                <a:ln>
                  <a:noFill/>
                </a:ln>
                <a:solidFill>
                  <a:schemeClr val="tx1"/>
                </a:solidFill>
                <a:effectLst/>
                <a:latin typeface="Arial" panose="020B0604020202020204" pitchFamily="34" charset="0"/>
              </a:rPr>
              <a:t>However, basic validation is performed:</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200000"/>
              </a:lnSpc>
              <a:spcBef>
                <a:spcPct val="0"/>
              </a:spcBef>
              <a:spcAft>
                <a:spcPct val="0"/>
              </a:spcAft>
              <a:buClrTx/>
              <a:buSzTx/>
              <a:buFont typeface="Arial" panose="020B0604020202020204" pitchFamily="34" charset="0"/>
              <a:buChar char="•"/>
            </a:pPr>
            <a:r>
              <a:rPr kumimoji="0" lang="en-US" altLang="en-US" sz="1200" b="0" i="0" u="none" strike="noStrike" cap="none" normalizeH="0" baseline="0" dirty="0">
                <a:ln>
                  <a:noFill/>
                </a:ln>
                <a:solidFill>
                  <a:schemeClr val="tx1"/>
                </a:solidFill>
                <a:effectLst/>
                <a:latin typeface="Arial" panose="020B0604020202020204" pitchFamily="34" charset="0"/>
              </a:rPr>
              <a:t>Checking that input is numeric</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200000"/>
              </a:lnSpc>
              <a:spcBef>
                <a:spcPct val="0"/>
              </a:spcBef>
              <a:spcAft>
                <a:spcPct val="0"/>
              </a:spcAft>
              <a:buClrTx/>
              <a:buSzTx/>
              <a:buFont typeface="Arial" panose="020B0604020202020204" pitchFamily="34" charset="0"/>
              <a:buChar char="•"/>
            </a:pPr>
            <a:r>
              <a:rPr kumimoji="0" lang="en-US" altLang="en-US" sz="1200" b="0" i="0" u="none" strike="noStrike" cap="none" normalizeH="0" baseline="0" dirty="0">
                <a:ln>
                  <a:noFill/>
                </a:ln>
                <a:solidFill>
                  <a:schemeClr val="tx1"/>
                </a:solidFill>
                <a:effectLst/>
                <a:latin typeface="Arial" panose="020B0604020202020204" pitchFamily="34" charset="0"/>
              </a:rPr>
              <a:t>Handling empty or invalid input</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200000"/>
              </a:lnSpc>
              <a:spcBef>
                <a:spcPct val="0"/>
              </a:spcBef>
              <a:spcAft>
                <a:spcPct val="0"/>
              </a:spcAft>
              <a:buClrTx/>
              <a:buSzTx/>
              <a:buFont typeface="Arial" panose="020B0604020202020204" pitchFamily="34" charset="0"/>
              <a:buChar char="•"/>
            </a:pPr>
            <a:r>
              <a:rPr kumimoji="0" lang="en-US" altLang="en-US" sz="1200" b="0" i="0" u="none" strike="noStrike" cap="none" normalizeH="0" baseline="0" dirty="0">
                <a:ln>
                  <a:noFill/>
                </a:ln>
                <a:solidFill>
                  <a:schemeClr val="tx1"/>
                </a:solidFill>
                <a:effectLst/>
                <a:latin typeface="Arial" panose="020B0604020202020204" pitchFamily="34" charset="0"/>
              </a:rPr>
              <a:t>Preventing program crashes due to incorrect values</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grpSp>
        <p:nvGrpSpPr>
          <p:cNvPr id="88" name="Google Shape;88;p2"/>
          <p:cNvGrpSpPr/>
          <p:nvPr/>
        </p:nvGrpSpPr>
        <p:grpSpPr>
          <a:xfrm>
            <a:off x="710836" y="1583927"/>
            <a:ext cx="4379913" cy="278172"/>
            <a:chOff x="4181256" y="3224809"/>
            <a:chExt cx="4379913" cy="278172"/>
          </a:xfrm>
        </p:grpSpPr>
        <p:sp>
          <p:nvSpPr>
            <p:cNvPr id="89" name="Google Shape;89;p2"/>
            <p:cNvSpPr/>
            <p:nvPr/>
          </p:nvSpPr>
          <p:spPr>
            <a:xfrm>
              <a:off x="4364136" y="3225982"/>
              <a:ext cx="4197033"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0" i="0" u="none" strike="noStrike" cap="none" dirty="0">
                  <a:solidFill>
                    <a:srgbClr val="3F3F3F"/>
                  </a:solidFill>
                  <a:latin typeface="Arial" panose="020B0604020202020204"/>
                  <a:ea typeface="Arial" panose="020B0604020202020204"/>
                  <a:cs typeface="Arial" panose="020B0604020202020204"/>
                  <a:sym typeface="Arial" panose="020B0604020202020204"/>
                </a:rPr>
                <a:t>Project Screenshots / Project Designs</a:t>
              </a:r>
              <a:endParaRPr dirty="0"/>
            </a:p>
          </p:txBody>
        </p:sp>
        <p:sp>
          <p:nvSpPr>
            <p:cNvPr id="90" name="Google Shape;90;p2"/>
            <p:cNvSpPr/>
            <p:nvPr/>
          </p:nvSpPr>
          <p:spPr>
            <a:xfrm>
              <a:off x="4181256" y="3224809"/>
              <a:ext cx="36000" cy="252000"/>
            </a:xfrm>
            <a:prstGeom prst="rect">
              <a:avLst/>
            </a:prstGeom>
            <a:solidFill>
              <a:srgbClr val="193E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sp>
        <p:nvSpPr>
          <p:cNvPr id="100" name="Google Shape;100;p2"/>
          <p:cNvSpPr/>
          <p:nvPr/>
        </p:nvSpPr>
        <p:spPr>
          <a:xfrm>
            <a:off x="710836" y="357668"/>
            <a:ext cx="8508320" cy="7385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dirty="0">
                <a:solidFill>
                  <a:schemeClr val="lt1"/>
                </a:solidFill>
              </a:rPr>
              <a:t> </a:t>
            </a:r>
            <a:r>
              <a:rPr lang="en-US" sz="2400" dirty="0">
                <a:solidFill>
                  <a:schemeClr val="lt1"/>
                </a:solidFill>
                <a:latin typeface="Arial" panose="020B0604020202020204" pitchFamily="34" charset="0"/>
                <a:cs typeface="Arial" panose="020B0604020202020204" pitchFamily="34" charset="0"/>
                <a:sym typeface="Arial" panose="020B0604020202020204"/>
              </a:rPr>
              <a:t>Multiplication Table Generator</a:t>
            </a:r>
            <a:endParaRPr lang="en-US" sz="2400" dirty="0">
              <a:solidFill>
                <a:schemeClr val="lt1"/>
              </a:solidFill>
              <a:latin typeface="Arial" panose="020B0604020202020204" pitchFamily="34" charset="0"/>
              <a:cs typeface="Arial" panose="020B0604020202020204" pitchFamily="34" charset="0"/>
              <a:sym typeface="Arial" panose="020B0604020202020204"/>
            </a:endParaRPr>
          </a:p>
          <a:p>
            <a:pPr marL="0" marR="0" lvl="0" indent="0" algn="l" rtl="0">
              <a:spcBef>
                <a:spcPts val="0"/>
              </a:spcBef>
              <a:spcAft>
                <a:spcPts val="0"/>
              </a:spcAft>
              <a:buNone/>
            </a:pPr>
            <a:endParaRPr sz="2400"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3" name="Rectangle 2"/>
          <p:cNvSpPr>
            <a:spLocks noChangeArrowheads="1"/>
          </p:cNvSpPr>
          <p:nvPr/>
        </p:nvSpPr>
        <p:spPr bwMode="auto">
          <a:xfrm>
            <a:off x="746760" y="1862455"/>
            <a:ext cx="5565140" cy="3884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285750" lvl="0" indent="-285750" eaLnBrk="0" fontAlgn="base" hangingPunct="0">
              <a:lnSpc>
                <a:spcPct val="250000"/>
              </a:lnSpc>
              <a:spcBef>
                <a:spcPct val="0"/>
              </a:spcBef>
              <a:spcAft>
                <a:spcPct val="0"/>
              </a:spcAft>
              <a:buClrTx/>
              <a:buFont typeface="Arial" panose="020B0604020202020204" pitchFamily="34" charset="0"/>
              <a:buChar char="•"/>
              <a:tabLst>
                <a:tab pos="447675" algn="l"/>
              </a:tabLst>
            </a:pPr>
            <a:r>
              <a:rPr lang="en-US" b="1" dirty="0"/>
              <a:t>Coding Logic: </a:t>
            </a:r>
            <a:r>
              <a:rPr lang="en-US" altLang="en-US" sz="1200" dirty="0"/>
              <a:t>The application is designed using Python and Tkinter (GUI library). It follows an event-driven approach where the user interacts with graphical components.</a:t>
            </a:r>
            <a:endParaRPr lang="en-US" altLang="en-US" sz="1200" dirty="0"/>
          </a:p>
          <a:p>
            <a:pPr marL="285750" lvl="0" indent="-285750" eaLnBrk="0" fontAlgn="base" hangingPunct="0">
              <a:lnSpc>
                <a:spcPct val="250000"/>
              </a:lnSpc>
              <a:spcBef>
                <a:spcPct val="0"/>
              </a:spcBef>
              <a:spcAft>
                <a:spcPct val="0"/>
              </a:spcAft>
              <a:buClrTx/>
              <a:buFont typeface="Arial" panose="020B0604020202020204" pitchFamily="34" charset="0"/>
              <a:buChar char="•"/>
              <a:tabLst>
                <a:tab pos="447675" algn="l"/>
              </a:tabLst>
            </a:pPr>
            <a:r>
              <a:rPr lang="en-US" b="1" dirty="0"/>
              <a:t>Algorithm Used : </a:t>
            </a:r>
            <a:endParaRPr lang="en-US" altLang="en-US" sz="1200" dirty="0"/>
          </a:p>
          <a:p>
            <a:pPr marL="0" lvl="0" indent="0" eaLnBrk="0" fontAlgn="base" hangingPunct="0">
              <a:lnSpc>
                <a:spcPct val="250000"/>
              </a:lnSpc>
              <a:spcBef>
                <a:spcPct val="0"/>
              </a:spcBef>
              <a:spcAft>
                <a:spcPct val="0"/>
              </a:spcAft>
              <a:buClrTx/>
              <a:buFont typeface="Arial" panose="020B0604020202020204" pitchFamily="34" charset="0"/>
              <a:buNone/>
              <a:tabLst>
                <a:tab pos="447675" algn="l"/>
              </a:tabLst>
            </a:pPr>
            <a:r>
              <a:rPr lang="en-US" altLang="en-US" sz="1200" dirty="0"/>
              <a:t>1. Take number input from user.</a:t>
            </a:r>
            <a:endParaRPr lang="en-US" altLang="en-US" sz="1200" dirty="0"/>
          </a:p>
          <a:p>
            <a:pPr marL="0" lvl="0" indent="0" eaLnBrk="0" fontAlgn="base" hangingPunct="0">
              <a:lnSpc>
                <a:spcPct val="250000"/>
              </a:lnSpc>
              <a:spcBef>
                <a:spcPct val="0"/>
              </a:spcBef>
              <a:spcAft>
                <a:spcPct val="0"/>
              </a:spcAft>
              <a:buClrTx/>
              <a:buFont typeface="Arial" panose="020B0604020202020204" pitchFamily="34" charset="0"/>
              <a:buNone/>
              <a:tabLst>
                <a:tab pos="447675" algn="l"/>
              </a:tabLst>
            </a:pPr>
            <a:r>
              <a:rPr lang="en-US" altLang="en-US" sz="1200" dirty="0"/>
              <a:t>2. Validate input. </a:t>
            </a:r>
            <a:endParaRPr lang="en-US" altLang="en-US" sz="1200" dirty="0"/>
          </a:p>
          <a:p>
            <a:pPr marL="0" lvl="0" indent="0" eaLnBrk="0" fontAlgn="base" hangingPunct="0">
              <a:lnSpc>
                <a:spcPct val="250000"/>
              </a:lnSpc>
              <a:spcBef>
                <a:spcPct val="0"/>
              </a:spcBef>
              <a:spcAft>
                <a:spcPct val="0"/>
              </a:spcAft>
              <a:buClrTx/>
              <a:buFont typeface="Arial" panose="020B0604020202020204" pitchFamily="34" charset="0"/>
              <a:buNone/>
              <a:tabLst>
                <a:tab pos="447675" algn="l"/>
              </a:tabLst>
            </a:pPr>
            <a:r>
              <a:rPr lang="en-US" altLang="en-US" sz="1200" dirty="0"/>
              <a:t>3. Use loop to compute multiples.</a:t>
            </a:r>
            <a:endParaRPr lang="en-US" altLang="en-US" sz="1200" dirty="0"/>
          </a:p>
          <a:p>
            <a:pPr marL="0" lvl="0" indent="0" eaLnBrk="0" fontAlgn="base" hangingPunct="0">
              <a:lnSpc>
                <a:spcPct val="250000"/>
              </a:lnSpc>
              <a:spcBef>
                <a:spcPct val="0"/>
              </a:spcBef>
              <a:spcAft>
                <a:spcPct val="0"/>
              </a:spcAft>
              <a:buClrTx/>
              <a:buFont typeface="Arial" panose="020B0604020202020204" pitchFamily="34" charset="0"/>
              <a:buNone/>
              <a:tabLst>
                <a:tab pos="447675" algn="l"/>
              </a:tabLst>
            </a:pPr>
            <a:r>
              <a:rPr lang="en-US" altLang="en-US" sz="1200" dirty="0"/>
              <a:t>4. Display results in GUI output area.</a:t>
            </a:r>
            <a:r>
              <a:rPr lang="en-US" sz="1200" dirty="0"/>
              <a:t>     </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grpSp>
        <p:nvGrpSpPr>
          <p:cNvPr id="88" name="Google Shape;88;p2"/>
          <p:cNvGrpSpPr/>
          <p:nvPr/>
        </p:nvGrpSpPr>
        <p:grpSpPr>
          <a:xfrm>
            <a:off x="710836" y="1583927"/>
            <a:ext cx="4379913" cy="278172"/>
            <a:chOff x="4181256" y="3224809"/>
            <a:chExt cx="4379913" cy="278172"/>
          </a:xfrm>
        </p:grpSpPr>
        <p:sp>
          <p:nvSpPr>
            <p:cNvPr id="89" name="Google Shape;89;p2"/>
            <p:cNvSpPr/>
            <p:nvPr/>
          </p:nvSpPr>
          <p:spPr>
            <a:xfrm>
              <a:off x="4364136" y="3225982"/>
              <a:ext cx="4197033"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0" i="0" u="none" strike="noStrike" cap="none" dirty="0">
                  <a:solidFill>
                    <a:srgbClr val="3F3F3F"/>
                  </a:solidFill>
                  <a:latin typeface="Arial" panose="020B0604020202020204"/>
                  <a:ea typeface="Arial" panose="020B0604020202020204"/>
                  <a:cs typeface="Arial" panose="020B0604020202020204"/>
                  <a:sym typeface="Arial" panose="020B0604020202020204"/>
                </a:rPr>
                <a:t>Results &amp; Performance</a:t>
              </a:r>
              <a:endParaRPr dirty="0"/>
            </a:p>
          </p:txBody>
        </p:sp>
        <p:sp>
          <p:nvSpPr>
            <p:cNvPr id="90" name="Google Shape;90;p2"/>
            <p:cNvSpPr/>
            <p:nvPr/>
          </p:nvSpPr>
          <p:spPr>
            <a:xfrm>
              <a:off x="4181256" y="3224809"/>
              <a:ext cx="36000" cy="252000"/>
            </a:xfrm>
            <a:prstGeom prst="rect">
              <a:avLst/>
            </a:prstGeom>
            <a:solidFill>
              <a:srgbClr val="193E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sp>
        <p:nvSpPr>
          <p:cNvPr id="100" name="Google Shape;100;p2"/>
          <p:cNvSpPr/>
          <p:nvPr/>
        </p:nvSpPr>
        <p:spPr>
          <a:xfrm>
            <a:off x="710836" y="357668"/>
            <a:ext cx="8508320" cy="7385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dirty="0">
                <a:solidFill>
                  <a:schemeClr val="lt1"/>
                </a:solidFill>
              </a:rPr>
              <a:t> </a:t>
            </a:r>
            <a:r>
              <a:rPr lang="en-US" sz="2400" dirty="0">
                <a:solidFill>
                  <a:schemeClr val="lt1"/>
                </a:solidFill>
                <a:latin typeface="Arial" panose="020B0604020202020204" pitchFamily="34" charset="0"/>
                <a:cs typeface="Arial" panose="020B0604020202020204" pitchFamily="34" charset="0"/>
                <a:sym typeface="Arial" panose="020B0604020202020204"/>
              </a:rPr>
              <a:t>Multiplication Table Generator</a:t>
            </a:r>
            <a:endParaRPr lang="en-US" sz="2400" dirty="0">
              <a:solidFill>
                <a:schemeClr val="lt1"/>
              </a:solidFill>
              <a:latin typeface="Arial" panose="020B0604020202020204" pitchFamily="34" charset="0"/>
              <a:cs typeface="Arial" panose="020B0604020202020204" pitchFamily="34" charset="0"/>
              <a:sym typeface="Arial" panose="020B0604020202020204"/>
            </a:endParaRPr>
          </a:p>
          <a:p>
            <a:pPr marL="0" marR="0" lvl="0" indent="0" algn="l" rtl="0">
              <a:spcBef>
                <a:spcPts val="0"/>
              </a:spcBef>
              <a:spcAft>
                <a:spcPts val="0"/>
              </a:spcAft>
              <a:buNone/>
            </a:pPr>
            <a:endParaRPr sz="2400"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3" name="Rectangle 2"/>
          <p:cNvSpPr>
            <a:spLocks noChangeArrowheads="1"/>
          </p:cNvSpPr>
          <p:nvPr/>
        </p:nvSpPr>
        <p:spPr bwMode="auto">
          <a:xfrm>
            <a:off x="893717" y="1619251"/>
            <a:ext cx="5799490" cy="4823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285750" marR="0" lvl="0" indent="-285750" algn="l" defTabSz="914400" rtl="0" eaLnBrk="0" fontAlgn="base" latinLnBrk="0" hangingPunct="0">
              <a:lnSpc>
                <a:spcPct val="250000"/>
              </a:lnSpc>
              <a:spcBef>
                <a:spcPct val="0"/>
              </a:spcBef>
              <a:spcAft>
                <a:spcPct val="0"/>
              </a:spcAft>
              <a:buClrTx/>
              <a:buSzTx/>
              <a:buFont typeface="Arial" panose="020B0604020202020204" pitchFamily="34" charset="0"/>
              <a:buChar char="•"/>
              <a:tabLst>
                <a:tab pos="447675" algn="l"/>
              </a:tabLst>
            </a:pPr>
            <a:r>
              <a:rPr kumimoji="0" lang="en-US" altLang="en-US" sz="1000" b="1" i="0" u="none" strike="noStrike" cap="none" normalizeH="0" baseline="0" dirty="0">
                <a:ln>
                  <a:noFill/>
                </a:ln>
                <a:solidFill>
                  <a:schemeClr val="tx1"/>
                </a:solidFill>
                <a:effectLst/>
                <a:latin typeface="Arial" panose="020B0604020202020204" pitchFamily="34" charset="0"/>
              </a:rPr>
              <a:t>Result / Final Outcome</a:t>
            </a:r>
            <a:endParaRPr lang="en-US" altLang="en-US" sz="1000" b="1" dirty="0">
              <a:solidFill>
                <a:schemeClr val="tx1"/>
              </a:solidFill>
              <a:latin typeface="Arial" panose="020B0604020202020204" pitchFamily="34" charset="0"/>
            </a:endParaRPr>
          </a:p>
          <a:p>
            <a:pPr marR="0" lvl="0" algn="l" defTabSz="914400" rtl="0" eaLnBrk="0" fontAlgn="base" latinLnBrk="0" hangingPunct="0">
              <a:lnSpc>
                <a:spcPct val="250000"/>
              </a:lnSpc>
              <a:spcBef>
                <a:spcPct val="0"/>
              </a:spcBef>
              <a:spcAft>
                <a:spcPct val="0"/>
              </a:spcAft>
              <a:buClrTx/>
              <a:buSzTx/>
              <a:tabLst>
                <a:tab pos="447675" algn="l"/>
              </a:tabLst>
            </a:pPr>
            <a:r>
              <a:rPr lang="en-US" altLang="en-US" sz="900" dirty="0">
                <a:solidFill>
                  <a:schemeClr val="tx1"/>
                </a:solidFill>
              </a:rPr>
              <a:t>A functional GUI application that generates multiplication tables quickly and accurately. It demonstrates Python basics, event-driven programming, and user interface design.</a:t>
            </a:r>
            <a:endParaRPr lang="en-US" altLang="en-US" sz="900" dirty="0">
              <a:solidFill>
                <a:schemeClr val="tx1"/>
              </a:solidFill>
            </a:endParaRPr>
          </a:p>
          <a:p>
            <a:pPr marL="285750" marR="0" lvl="0" indent="-285750" algn="l" defTabSz="914400" rtl="0" eaLnBrk="0" fontAlgn="base" latinLnBrk="0" hangingPunct="0">
              <a:lnSpc>
                <a:spcPct val="250000"/>
              </a:lnSpc>
              <a:spcBef>
                <a:spcPct val="0"/>
              </a:spcBef>
              <a:spcAft>
                <a:spcPct val="0"/>
              </a:spcAft>
              <a:buClrTx/>
              <a:buSzTx/>
              <a:buFont typeface="Arial" panose="020B0604020202020204" pitchFamily="34" charset="0"/>
              <a:buChar char="•"/>
              <a:tabLst>
                <a:tab pos="447675" algn="l"/>
              </a:tabLst>
            </a:pPr>
            <a:r>
              <a:rPr kumimoji="0" lang="en-US" altLang="en-US" sz="1000" b="1" i="0" u="none" strike="noStrike" cap="none" normalizeH="0" baseline="0" dirty="0">
                <a:ln>
                  <a:noFill/>
                </a:ln>
                <a:solidFill>
                  <a:schemeClr val="tx1"/>
                </a:solidFill>
                <a:effectLst/>
                <a:latin typeface="Arial" panose="020B0604020202020204" pitchFamily="34" charset="0"/>
              </a:rPr>
              <a:t>Key findings</a:t>
            </a:r>
            <a:endParaRPr kumimoji="0" lang="en-US" altLang="en-US" sz="1000" b="1"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250000"/>
              </a:lnSpc>
              <a:spcBef>
                <a:spcPct val="0"/>
              </a:spcBef>
              <a:spcAft>
                <a:spcPct val="0"/>
              </a:spcAft>
              <a:buClrTx/>
              <a:buSzTx/>
              <a:tabLst>
                <a:tab pos="447675" algn="l"/>
              </a:tabLst>
            </a:pPr>
            <a:r>
              <a:rPr kumimoji="0" lang="en-US" altLang="en-US" sz="900" b="0" i="0" u="none" strike="noStrike" cap="none" normalizeH="0" baseline="0" dirty="0">
                <a:ln>
                  <a:noFill/>
                </a:ln>
                <a:solidFill>
                  <a:schemeClr val="tx1"/>
                </a:solidFill>
                <a:effectLst/>
                <a:latin typeface="Arial" panose="020B0604020202020204" pitchFamily="34" charset="0"/>
              </a:rPr>
              <a:t>The system reduces manual work, improves accuracy, and makes academic data easy to access.</a:t>
            </a:r>
            <a:endParaRPr kumimoji="0" lang="en-US" altLang="en-US" sz="900" b="0" i="0" u="none" strike="noStrike" cap="none" normalizeH="0" baseline="0" dirty="0">
              <a:ln>
                <a:noFill/>
              </a:ln>
              <a:solidFill>
                <a:schemeClr val="tx1"/>
              </a:solidFill>
              <a:effectLst/>
              <a:latin typeface="Arial" panose="020B0604020202020204" pitchFamily="34" charset="0"/>
            </a:endParaRPr>
          </a:p>
          <a:p>
            <a:pPr marL="285750" lvl="0" indent="-285750" eaLnBrk="0" fontAlgn="base" hangingPunct="0">
              <a:lnSpc>
                <a:spcPct val="250000"/>
              </a:lnSpc>
              <a:spcBef>
                <a:spcPct val="0"/>
              </a:spcBef>
              <a:spcAft>
                <a:spcPct val="0"/>
              </a:spcAft>
              <a:buClrTx/>
              <a:buFont typeface="Arial" panose="020B0604020202020204" pitchFamily="34" charset="0"/>
              <a:buChar char="•"/>
              <a:tabLst>
                <a:tab pos="447675" algn="l"/>
              </a:tabLst>
            </a:pPr>
            <a:r>
              <a:rPr lang="en-IN" sz="1000" b="1" dirty="0">
                <a:solidFill>
                  <a:schemeClr val="tx1"/>
                </a:solidFill>
              </a:rPr>
              <a:t>Challenges Faced</a:t>
            </a:r>
            <a:endParaRPr lang="en-IN" sz="1000" b="1" dirty="0">
              <a:solidFill>
                <a:schemeClr val="tx1"/>
              </a:solidFill>
            </a:endParaRPr>
          </a:p>
          <a:p>
            <a:pPr marL="0" lvl="0" indent="0" eaLnBrk="0" fontAlgn="base" hangingPunct="0">
              <a:lnSpc>
                <a:spcPct val="250000"/>
              </a:lnSpc>
              <a:spcBef>
                <a:spcPct val="0"/>
              </a:spcBef>
              <a:spcAft>
                <a:spcPct val="0"/>
              </a:spcAft>
              <a:buClrTx/>
              <a:buFont typeface="Arial" panose="020B0604020202020204" pitchFamily="34" charset="0"/>
              <a:buNone/>
              <a:tabLst>
                <a:tab pos="447675" algn="l"/>
              </a:tabLst>
            </a:pPr>
            <a:r>
              <a:rPr lang="en-US" altLang="en-US" sz="900" dirty="0">
                <a:solidFill>
                  <a:schemeClr val="tx1"/>
                </a:solidFill>
              </a:rPr>
              <a:t>Handling invalid inputs, GUI layout arrangement, and debugging widget interaction issues.</a:t>
            </a:r>
            <a:r>
              <a:rPr lang="en-US" sz="900" dirty="0">
                <a:solidFill>
                  <a:schemeClr val="tx1"/>
                </a:solidFill>
              </a:rPr>
              <a:t>t.</a:t>
            </a:r>
            <a:endParaRPr lang="en-IN" sz="900" dirty="0">
              <a:solidFill>
                <a:schemeClr val="tx1"/>
              </a:solidFill>
            </a:endParaRPr>
          </a:p>
          <a:p>
            <a:pPr marL="285750" lvl="0" indent="-285750" eaLnBrk="0" fontAlgn="base" hangingPunct="0">
              <a:lnSpc>
                <a:spcPct val="250000"/>
              </a:lnSpc>
              <a:spcBef>
                <a:spcPct val="0"/>
              </a:spcBef>
              <a:spcAft>
                <a:spcPct val="0"/>
              </a:spcAft>
              <a:buClrTx/>
              <a:buFont typeface="Arial" panose="020B0604020202020204" pitchFamily="34" charset="0"/>
              <a:buChar char="•"/>
              <a:tabLst>
                <a:tab pos="447675" algn="l"/>
              </a:tabLst>
            </a:pPr>
            <a:r>
              <a:rPr lang="en-IN" sz="1000" b="1" dirty="0">
                <a:solidFill>
                  <a:schemeClr val="tx1"/>
                </a:solidFill>
              </a:rPr>
              <a:t>Future Scope</a:t>
            </a:r>
            <a:endParaRPr lang="en-IN" sz="1000" b="1" dirty="0">
              <a:solidFill>
                <a:schemeClr val="tx1"/>
              </a:solidFill>
            </a:endParaRPr>
          </a:p>
          <a:p>
            <a:pPr lvl="0" eaLnBrk="0" fontAlgn="base" hangingPunct="0">
              <a:lnSpc>
                <a:spcPct val="250000"/>
              </a:lnSpc>
              <a:spcBef>
                <a:spcPct val="0"/>
              </a:spcBef>
              <a:spcAft>
                <a:spcPct val="0"/>
              </a:spcAft>
              <a:buClrTx/>
              <a:tabLst>
                <a:tab pos="447675" algn="l"/>
              </a:tabLst>
            </a:pPr>
            <a:r>
              <a:rPr lang="en-US" altLang="en-US" sz="900" dirty="0">
                <a:solidFill>
                  <a:schemeClr val="tx1"/>
                </a:solidFill>
                <a:latin typeface="Arial" panose="020B0604020202020204" pitchFamily="34" charset="0"/>
              </a:rPr>
              <a:t>Add options to print/save tables, support range of numbers, include themes, or export output to PDF.</a:t>
            </a:r>
            <a:endParaRPr lang="en-US" altLang="en-US" sz="900" dirty="0">
              <a:solidFill>
                <a:schemeClr val="tx1"/>
              </a:solidFill>
              <a:latin typeface="Arial" panose="020B0604020202020204" pitchFamily="34" charset="0"/>
            </a:endParaRPr>
          </a:p>
          <a:p>
            <a:pPr marL="285750" lvl="0" indent="-285750" eaLnBrk="0" fontAlgn="base" hangingPunct="0">
              <a:lnSpc>
                <a:spcPct val="250000"/>
              </a:lnSpc>
              <a:spcBef>
                <a:spcPct val="0"/>
              </a:spcBef>
              <a:spcAft>
                <a:spcPct val="0"/>
              </a:spcAft>
              <a:buClrTx/>
              <a:buFont typeface="Arial" panose="020B0604020202020204" pitchFamily="34" charset="0"/>
              <a:buChar char="•"/>
              <a:tabLst>
                <a:tab pos="447675" algn="l"/>
              </a:tabLst>
            </a:pPr>
            <a:r>
              <a:rPr lang="en-US" sz="1000" b="1" dirty="0">
                <a:solidFill>
                  <a:schemeClr val="tx1"/>
                </a:solidFill>
                <a:latin typeface="Arial" panose="020B0604020202020204" pitchFamily="34" charset="0"/>
              </a:rPr>
              <a:t>Features to be added</a:t>
            </a:r>
            <a:endParaRPr lang="en-US" sz="1000" b="1" dirty="0">
              <a:solidFill>
                <a:schemeClr val="tx1"/>
              </a:solidFill>
              <a:latin typeface="Arial" panose="020B0604020202020204" pitchFamily="34" charset="0"/>
            </a:endParaRPr>
          </a:p>
          <a:p>
            <a:pPr marL="0" lvl="0" indent="0" eaLnBrk="0" fontAlgn="base" hangingPunct="0">
              <a:lnSpc>
                <a:spcPct val="250000"/>
              </a:lnSpc>
              <a:spcBef>
                <a:spcPct val="0"/>
              </a:spcBef>
              <a:spcAft>
                <a:spcPct val="0"/>
              </a:spcAft>
              <a:buClrTx/>
              <a:buFont typeface="Arial" panose="020B0604020202020204" pitchFamily="34" charset="0"/>
              <a:buNone/>
              <a:tabLst>
                <a:tab pos="447675" algn="l"/>
              </a:tabLst>
            </a:pPr>
            <a:r>
              <a:rPr lang="en-US" altLang="en-US" sz="900" dirty="0">
                <a:solidFill>
                  <a:schemeClr val="tx1"/>
                </a:solidFill>
                <a:latin typeface="Arial" panose="020B0604020202020204" pitchFamily="34" charset="0"/>
              </a:rPr>
              <a:t>Online fee payment, timetable management, and report export (PDF/Excel).</a:t>
            </a:r>
            <a:endParaRPr lang="en-US" altLang="en-US" sz="900" dirty="0">
              <a:solidFill>
                <a:schemeClr val="tx1"/>
              </a:solidFill>
              <a:latin typeface="Arial" panose="020B0604020202020204" pitchFamily="34" charset="0"/>
            </a:endParaRPr>
          </a:p>
          <a:p>
            <a:pPr marL="285750" lvl="0" indent="-285750" eaLnBrk="0" fontAlgn="base" hangingPunct="0">
              <a:lnSpc>
                <a:spcPct val="250000"/>
              </a:lnSpc>
              <a:spcBef>
                <a:spcPct val="0"/>
              </a:spcBef>
              <a:spcAft>
                <a:spcPct val="0"/>
              </a:spcAft>
              <a:buClrTx/>
              <a:buFont typeface="Arial" panose="020B0604020202020204" pitchFamily="34" charset="0"/>
              <a:buChar char="•"/>
              <a:tabLst>
                <a:tab pos="447675" algn="l"/>
              </a:tabLst>
            </a:pPr>
            <a:r>
              <a:rPr lang="en-US" sz="1000" b="1" dirty="0">
                <a:solidFill>
                  <a:schemeClr val="tx1"/>
                </a:solidFill>
                <a:latin typeface="Arial" panose="020B0604020202020204" pitchFamily="34" charset="0"/>
              </a:rPr>
              <a:t>Scaling or deployment plans</a:t>
            </a:r>
            <a:endParaRPr lang="en-US" sz="1000" b="1" dirty="0">
              <a:solidFill>
                <a:schemeClr val="tx1"/>
              </a:solidFill>
              <a:latin typeface="Arial" panose="020B0604020202020204" pitchFamily="34" charset="0"/>
            </a:endParaRPr>
          </a:p>
          <a:p>
            <a:pPr lvl="0" eaLnBrk="0" fontAlgn="base" hangingPunct="0">
              <a:lnSpc>
                <a:spcPct val="250000"/>
              </a:lnSpc>
              <a:spcBef>
                <a:spcPct val="0"/>
              </a:spcBef>
              <a:spcAft>
                <a:spcPct val="0"/>
              </a:spcAft>
              <a:buClrTx/>
              <a:tabLst>
                <a:tab pos="447675" algn="l"/>
              </a:tabLst>
            </a:pPr>
            <a:r>
              <a:rPr lang="en-US" altLang="en-US" sz="900" dirty="0">
                <a:solidFill>
                  <a:schemeClr val="tx1"/>
                </a:solidFill>
              </a:rPr>
              <a:t>Deploy the system on a cloud server and use a stronger database for more users and data.</a:t>
            </a:r>
            <a:endParaRPr lang="en-US" altLang="en-US" sz="900" dirty="0">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p:cNvGrpSpPr/>
          <p:nvPr/>
        </p:nvGrpSpPr>
        <p:grpSpPr>
          <a:xfrm>
            <a:off x="-1" y="0"/>
            <a:ext cx="9902826" cy="6858000"/>
            <a:chOff x="-1" y="0"/>
            <a:chExt cx="9902826" cy="6858000"/>
          </a:xfrm>
        </p:grpSpPr>
        <p:pic>
          <p:nvPicPr>
            <p:cNvPr id="11" name="그림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2198"/>
              <a:ext cx="9902825" cy="6855802"/>
            </a:xfrm>
            <a:prstGeom prst="rect">
              <a:avLst/>
            </a:prstGeom>
          </p:spPr>
        </p:pic>
        <p:sp>
          <p:nvSpPr>
            <p:cNvPr id="13" name="직사각형 17"/>
            <p:cNvSpPr/>
            <p:nvPr/>
          </p:nvSpPr>
          <p:spPr>
            <a:xfrm>
              <a:off x="-1" y="0"/>
              <a:ext cx="9902826" cy="6858000"/>
            </a:xfrm>
            <a:prstGeom prst="rect">
              <a:avLst/>
            </a:prstGeom>
            <a:solidFill>
              <a:schemeClr val="tx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defRPr/>
              </a:pPr>
              <a:endParaRPr kumimoji="0" lang="ko-KR" altLang="en-US" sz="1800" b="0" i="0" u="none" strike="noStrike" kern="1200" cap="none" spc="0" normalizeH="0" baseline="0" noProof="0" dirty="0">
                <a:ln>
                  <a:noFill/>
                </a:ln>
                <a:solidFill>
                  <a:prstClr val="white"/>
                </a:solidFill>
                <a:effectLst/>
                <a:uLnTx/>
                <a:uFillTx/>
                <a:latin typeface="SamsungOne 400" panose="020B0503030303020204" pitchFamily="34" charset="0"/>
                <a:ea typeface="Malgun Gothic" panose="020B0503020000020004" charset="-127"/>
                <a:cs typeface="+mn-cs"/>
              </a:endParaRPr>
            </a:p>
          </p:txBody>
        </p:sp>
        <p:cxnSp>
          <p:nvCxnSpPr>
            <p:cNvPr id="14" name="직선 연결선 11"/>
            <p:cNvCxnSpPr/>
            <p:nvPr/>
          </p:nvCxnSpPr>
          <p:spPr>
            <a:xfrm>
              <a:off x="656391" y="2327183"/>
              <a:ext cx="0" cy="1976055"/>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직사각형 133"/>
            <p:cNvSpPr/>
            <p:nvPr/>
          </p:nvSpPr>
          <p:spPr>
            <a:xfrm>
              <a:off x="848337" y="2399574"/>
              <a:ext cx="8398097" cy="18312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marL="0" marR="0" lvl="0" indent="0" algn="l" defTabSz="914400" rtl="0" eaLnBrk="1" fontAlgn="auto" latinLnBrk="1" hangingPunct="1">
                <a:lnSpc>
                  <a:spcPct val="100000"/>
                </a:lnSpc>
                <a:spcBef>
                  <a:spcPts val="0"/>
                </a:spcBef>
                <a:spcAft>
                  <a:spcPts val="0"/>
                </a:spcAft>
                <a:buClrTx/>
                <a:buSzTx/>
                <a:buFontTx/>
                <a:buNone/>
                <a:defRPr/>
              </a:pPr>
              <a:r>
                <a:rPr kumimoji="0" lang="en-US" altLang="ko-KR" sz="5500" b="1" i="0" u="none" strike="noStrike" kern="1200" cap="none" spc="0" normalizeH="0" baseline="0" noProof="0" dirty="0">
                  <a:ln>
                    <a:noFill/>
                  </a:ln>
                  <a:solidFill>
                    <a:prstClr val="white"/>
                  </a:solidFill>
                  <a:effectLst/>
                  <a:uLnTx/>
                  <a:uFillTx/>
                  <a:latin typeface="+mj-lt"/>
                  <a:ea typeface="Samsung Sharp Sans" pitchFamily="2" charset="0"/>
                  <a:cs typeface="Samsung Sharp Sans" pitchFamily="2" charset="0"/>
                </a:rPr>
                <a:t>Thank You</a:t>
              </a:r>
              <a:endParaRPr kumimoji="0" lang="en-US" altLang="ko-KR" sz="5500" b="1" i="0" u="none" strike="noStrike" kern="1200" cap="none" spc="0" normalizeH="0" baseline="0" noProof="0" dirty="0">
                <a:ln>
                  <a:noFill/>
                </a:ln>
                <a:solidFill>
                  <a:prstClr val="white"/>
                </a:solidFill>
                <a:effectLst/>
                <a:uLnTx/>
                <a:uFillTx/>
                <a:latin typeface="+mj-lt"/>
                <a:ea typeface="Samsung Sharp Sans" pitchFamily="2" charset="0"/>
                <a:cs typeface="Samsung Sharp Sans" pitchFamily="2" charset="0"/>
              </a:endParaRPr>
            </a:p>
            <a:p>
              <a:pPr marL="0" marR="0" lvl="0" indent="0" algn="l" defTabSz="914400" rtl="0" eaLnBrk="1" fontAlgn="auto" latinLnBrk="1" hangingPunct="1">
                <a:lnSpc>
                  <a:spcPct val="100000"/>
                </a:lnSpc>
                <a:spcBef>
                  <a:spcPts val="0"/>
                </a:spcBef>
                <a:spcAft>
                  <a:spcPts val="0"/>
                </a:spcAft>
                <a:buClrTx/>
                <a:buSzTx/>
                <a:buFontTx/>
                <a:buNone/>
                <a:defRPr/>
              </a:pPr>
              <a:endParaRPr lang="en-US" altLang="ko-KR" sz="2400" b="1" kern="1200" dirty="0">
                <a:solidFill>
                  <a:prstClr val="white"/>
                </a:solidFill>
                <a:latin typeface="+mj-lt"/>
                <a:ea typeface="Samsung Sharp Sans" pitchFamily="2" charset="0"/>
                <a:cs typeface="Samsung Sharp Sans" pitchFamily="2" charset="0"/>
              </a:endParaRPr>
            </a:p>
            <a:p>
              <a:pPr lvl="0" latinLnBrk="1">
                <a:buClrTx/>
                <a:defRPr/>
              </a:pPr>
              <a:r>
                <a:rPr lang="en-IN" sz="4000" b="1" dirty="0"/>
                <a:t>Open for questions</a:t>
              </a:r>
              <a:endParaRPr kumimoji="0" lang="en-US" altLang="ko-KR" sz="5500" b="1" i="0" u="none" strike="noStrike" kern="1200" cap="none" spc="0" normalizeH="0" baseline="0" noProof="0" dirty="0">
                <a:ln>
                  <a:noFill/>
                </a:ln>
                <a:solidFill>
                  <a:prstClr val="white"/>
                </a:solidFill>
                <a:effectLst/>
                <a:uLnTx/>
                <a:uFillTx/>
                <a:latin typeface="+mj-lt"/>
                <a:ea typeface="Samsung Sharp Sans" pitchFamily="2" charset="0"/>
                <a:cs typeface="Samsung Sharp Sans" pitchFamily="2" charset="0"/>
              </a:endParaRPr>
            </a:p>
          </p:txBody>
        </p:sp>
      </p:grpSp>
      <p:cxnSp>
        <p:nvCxnSpPr>
          <p:cNvPr id="21" name="직선 연결선 8"/>
          <p:cNvCxnSpPr/>
          <p:nvPr/>
        </p:nvCxnSpPr>
        <p:spPr>
          <a:xfrm>
            <a:off x="569681" y="6209429"/>
            <a:ext cx="877434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직사각형 7"/>
          <p:cNvSpPr/>
          <p:nvPr/>
        </p:nvSpPr>
        <p:spPr>
          <a:xfrm>
            <a:off x="572597" y="6355371"/>
            <a:ext cx="2888788" cy="2000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3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endParaRPr lang="en-US" altLang="ko-KR" sz="1300" b="0" dirty="0">
              <a:solidFill>
                <a:schemeClr val="bg1">
                  <a:lumMod val="50000"/>
                </a:schemeClr>
              </a:solidFill>
              <a:latin typeface="Samsung Sharp Sans Bold" pitchFamily="2" charset="0"/>
              <a:ea typeface="Samsung Sharp Sans Bold" pitchFamily="2" charset="0"/>
              <a:cs typeface="Samsung Sharp Sans Bold" pitchFamily="2"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heme/theme1.xml><?xml version="1.0" encoding="utf-8"?>
<a:theme xmlns:a="http://schemas.openxmlformats.org/drawingml/2006/main" name="Office Theme">
  <a:themeElements>
    <a:clrScheme name="Office 테마">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4896</Words>
  <Application>WPS Presentation</Application>
  <PresentationFormat>Custom</PresentationFormat>
  <Paragraphs>133</Paragraphs>
  <Slides>12</Slides>
  <Notes>11</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12</vt:i4>
      </vt:variant>
    </vt:vector>
  </HeadingPairs>
  <TitlesOfParts>
    <vt:vector size="33" baseType="lpstr">
      <vt:lpstr>Arial</vt:lpstr>
      <vt:lpstr>SimSun</vt:lpstr>
      <vt:lpstr>Wingdings</vt:lpstr>
      <vt:lpstr>Arial</vt:lpstr>
      <vt:lpstr>Calibri</vt:lpstr>
      <vt:lpstr>SamsungOne 300</vt:lpstr>
      <vt:lpstr>Yu Gothic UI Light</vt:lpstr>
      <vt:lpstr>SamsungSharpSans-Medium</vt:lpstr>
      <vt:lpstr>Segoe Print</vt:lpstr>
      <vt:lpstr>SamsungOne 400</vt:lpstr>
      <vt:lpstr>Arial Unicode MS</vt:lpstr>
      <vt:lpstr>Malgun Gothic</vt:lpstr>
      <vt:lpstr>Times New Roman</vt:lpstr>
      <vt:lpstr>Samsung Sharp Sans</vt:lpstr>
      <vt:lpstr>Samsung Sharp Sans Bold</vt:lpstr>
      <vt:lpstr>Microsoft YaHei</vt:lpstr>
      <vt:lpstr>Arial Unicode MS</vt:lpstr>
      <vt:lpstr>Yu Gothic UI</vt:lpstr>
      <vt:lpstr>Symbol</vt:lpstr>
      <vt:lpstr>Sitka Display</vt:lpstr>
      <vt:lpstr>Office Theme</vt:lpstr>
      <vt:lpstr>Student Management System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Management System</dc:title>
  <dc:creator>Soon Yong Chang</dc:creator>
  <cp:lastModifiedBy>Pushpa Singh</cp:lastModifiedBy>
  <cp:revision>15</cp:revision>
  <dcterms:created xsi:type="dcterms:W3CDTF">2019-07-06T14:12:00Z</dcterms:created>
  <dcterms:modified xsi:type="dcterms:W3CDTF">2026-02-09T23:40:55Z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0C81A029AC3D432D893C13981DE04E3B_13</vt:lpwstr>
  </property>
  <property fmtid="{D5CDD505-2E9C-101B-9397-08002B2CF9AE}" pid="3" name="KSOProductBuildVer">
    <vt:lpwstr>1033-12.2.0.23196</vt:lpwstr>
  </property>
</Properties>
</file>